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12192000"/>
  <p:notesSz cx="6858000" cy="9144000"/>
  <p:embeddedFontLst>
    <p:embeddedFont>
      <p:font typeface="Corbel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iHzZ1LCLDMPtJbNk1leew+Wkjc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9F9507-316D-47F2-BB69-AB60B6E43D96}">
  <a:tblStyle styleId="{A19F9507-316D-47F2-BB69-AB60B6E43D96}" styleName="Table_0">
    <a:wholeTbl>
      <a:tcTxStyle b="off" i="off">
        <a:font>
          <a:latin typeface="Neue Haas Grotesk Text Pro"/>
          <a:ea typeface="Neue Haas Grotesk Text Pro"/>
          <a:cs typeface="Neue Haas Grotesk Text Pro"/>
        </a:font>
        <a:srgbClr val="131313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0D4D1"/>
          </a:solidFill>
        </a:fill>
      </a:tcStyle>
    </a:wholeTbl>
    <a:band1H>
      <a:tcTxStyle/>
    </a:band1H>
    <a:band2H>
      <a:tcTxStyle b="off" i="off"/>
      <a:tcStyle>
        <a:fill>
          <a:solidFill>
            <a:srgbClr val="F0EBEA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Neue Haas Grotesk Text Pro"/>
          <a:ea typeface="Neue Haas Grotesk Text Pro"/>
          <a:cs typeface="Neue Haas Grotesk Text Pro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Neue Haas Grotesk Text Pro"/>
          <a:ea typeface="Neue Haas Grotesk Text Pro"/>
          <a:cs typeface="Neue Haas Grotesk Text Pro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Neue Haas Grotesk Text Pro"/>
          <a:ea typeface="Neue Haas Grotesk Text Pro"/>
          <a:cs typeface="Neue Haas Grotesk Text Pro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Corbel-regular.fntdata"/><Relationship Id="rId41" Type="http://schemas.openxmlformats.org/officeDocument/2006/relationships/slide" Target="slides/slide36.xml"/><Relationship Id="rId44" Type="http://schemas.openxmlformats.org/officeDocument/2006/relationships/font" Target="fonts/Corbel-italic.fntdata"/><Relationship Id="rId43" Type="http://schemas.openxmlformats.org/officeDocument/2006/relationships/font" Target="fonts/Corbel-bold.fntdata"/><Relationship Id="rId46" Type="http://customschemas.google.com/relationships/presentationmetadata" Target="metadata"/><Relationship Id="rId45" Type="http://schemas.openxmlformats.org/officeDocument/2006/relationships/font" Target="fonts/Corbel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78a024a41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a78a024a41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78a024a41_0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a78a024a41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Photo 1" type="tx">
  <p:cSld name="TITLE_AND_BODY">
    <p:bg>
      <p:bgPr>
        <a:solidFill>
          <a:srgbClr val="13131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/>
          <p:nvPr>
            <p:ph type="title"/>
          </p:nvPr>
        </p:nvSpPr>
        <p:spPr>
          <a:xfrm>
            <a:off x="429768" y="5276088"/>
            <a:ext cx="11347705" cy="786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4400"/>
              <a:buFont typeface="Arial"/>
              <a:buNone/>
              <a:defRPr sz="4400">
                <a:solidFill>
                  <a:srgbClr val="F0EDE6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45"/>
          <p:cNvSpPr txBox="1"/>
          <p:nvPr>
            <p:ph idx="1" type="body"/>
          </p:nvPr>
        </p:nvSpPr>
        <p:spPr>
          <a:xfrm>
            <a:off x="429768" y="5980176"/>
            <a:ext cx="11347705" cy="5303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None/>
              <a:defRPr>
                <a:solidFill>
                  <a:srgbClr val="F0EDE6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" name="Google Shape;12;p45"/>
          <p:cNvSpPr/>
          <p:nvPr>
            <p:ph idx="2" type="pic"/>
          </p:nvPr>
        </p:nvSpPr>
        <p:spPr>
          <a:xfrm>
            <a:off x="342900" y="343038"/>
            <a:ext cx="11506201" cy="4792766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Google Shape;13;p45"/>
          <p:cNvSpPr txBox="1"/>
          <p:nvPr>
            <p:ph idx="12" type="sldNum"/>
          </p:nvPr>
        </p:nvSpPr>
        <p:spPr>
          <a:xfrm>
            <a:off x="11844219" y="6593014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131313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bg>
      <p:bgPr>
        <a:solidFill>
          <a:srgbClr val="F0EDE6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6"/>
          <p:cNvSpPr txBox="1"/>
          <p:nvPr>
            <p:ph type="title"/>
          </p:nvPr>
        </p:nvSpPr>
        <p:spPr>
          <a:xfrm>
            <a:off x="429768" y="411480"/>
            <a:ext cx="11045953" cy="1828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0"/>
              <a:buFont typeface="Arial"/>
              <a:buNone/>
              <a:defRPr sz="8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46"/>
          <p:cNvSpPr txBox="1"/>
          <p:nvPr>
            <p:ph idx="1" type="body"/>
          </p:nvPr>
        </p:nvSpPr>
        <p:spPr>
          <a:xfrm>
            <a:off x="5998464" y="2423160"/>
            <a:ext cx="5486401" cy="3886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AutoNum type="arabicPeriod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AutoNum type="arabicPeriod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AutoNum type="arabicPeriod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AutoNum type="arabicPeriod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AutoNum type="arabicPeriod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46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20343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04E4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7"/>
          <p:cNvSpPr txBox="1"/>
          <p:nvPr>
            <p:ph type="title"/>
          </p:nvPr>
        </p:nvSpPr>
        <p:spPr>
          <a:xfrm>
            <a:off x="429768" y="1810511"/>
            <a:ext cx="7772401" cy="45628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0"/>
              <a:buFont typeface="Arial"/>
              <a:buNone/>
              <a:defRPr sz="8000">
                <a:solidFill>
                  <a:srgbClr val="F0EDE6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47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131313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1">
  <p:cSld name="Title, Content 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8"/>
          <p:cNvSpPr txBox="1"/>
          <p:nvPr>
            <p:ph type="title"/>
          </p:nvPr>
        </p:nvSpPr>
        <p:spPr>
          <a:xfrm>
            <a:off x="429768" y="283463"/>
            <a:ext cx="10652760" cy="9692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48"/>
          <p:cNvSpPr txBox="1"/>
          <p:nvPr>
            <p:ph idx="1" type="body"/>
          </p:nvPr>
        </p:nvSpPr>
        <p:spPr>
          <a:xfrm>
            <a:off x="429768" y="1380744"/>
            <a:ext cx="10652760" cy="4901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8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Photo 2">
  <p:cSld name="Title, Photo 2">
    <p:bg>
      <p:bgPr>
        <a:solidFill>
          <a:srgbClr val="131313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9"/>
          <p:cNvSpPr txBox="1"/>
          <p:nvPr>
            <p:ph type="title"/>
          </p:nvPr>
        </p:nvSpPr>
        <p:spPr>
          <a:xfrm>
            <a:off x="429768" y="411480"/>
            <a:ext cx="4590289" cy="3739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5200"/>
              <a:buFont typeface="Arial"/>
              <a:buNone/>
              <a:defRPr sz="5200">
                <a:solidFill>
                  <a:srgbClr val="F0EDE6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49"/>
          <p:cNvSpPr txBox="1"/>
          <p:nvPr>
            <p:ph idx="1" type="body"/>
          </p:nvPr>
        </p:nvSpPr>
        <p:spPr>
          <a:xfrm>
            <a:off x="429768" y="4873752"/>
            <a:ext cx="4206241" cy="13807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None/>
              <a:defRPr>
                <a:solidFill>
                  <a:srgbClr val="F0EDE6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9"/>
          <p:cNvSpPr/>
          <p:nvPr>
            <p:ph idx="2" type="pic"/>
          </p:nvPr>
        </p:nvSpPr>
        <p:spPr>
          <a:xfrm>
            <a:off x="5591347" y="343038"/>
            <a:ext cx="6257033" cy="6172201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49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131313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Photo 3">
  <p:cSld name="Title, Photo 3">
    <p:bg>
      <p:bgPr>
        <a:solidFill>
          <a:srgbClr val="131313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0"/>
          <p:cNvSpPr txBox="1"/>
          <p:nvPr>
            <p:ph type="title"/>
          </p:nvPr>
        </p:nvSpPr>
        <p:spPr>
          <a:xfrm>
            <a:off x="429768" y="411480"/>
            <a:ext cx="5397718" cy="3739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6600"/>
              <a:buFont typeface="Arial"/>
              <a:buNone/>
              <a:defRPr sz="6600">
                <a:solidFill>
                  <a:srgbClr val="F0EDE6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33" name="Google Shape;33;p50"/>
          <p:cNvSpPr txBox="1"/>
          <p:nvPr>
            <p:ph idx="1" type="body"/>
          </p:nvPr>
        </p:nvSpPr>
        <p:spPr>
          <a:xfrm>
            <a:off x="429768" y="4873752"/>
            <a:ext cx="4517136" cy="13807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None/>
              <a:defRPr>
                <a:solidFill>
                  <a:srgbClr val="F0EDE6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0"/>
          <p:cNvSpPr/>
          <p:nvPr>
            <p:ph idx="2" type="pic"/>
          </p:nvPr>
        </p:nvSpPr>
        <p:spPr>
          <a:xfrm>
            <a:off x="6720113" y="342900"/>
            <a:ext cx="5131133" cy="61722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0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131313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Photo 4">
  <p:cSld name="Title, Photo 4">
    <p:bg>
      <p:bgPr>
        <a:solidFill>
          <a:srgbClr val="131313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1"/>
          <p:cNvSpPr txBox="1"/>
          <p:nvPr>
            <p:ph type="title"/>
          </p:nvPr>
        </p:nvSpPr>
        <p:spPr>
          <a:xfrm>
            <a:off x="7269480" y="411480"/>
            <a:ext cx="4361689" cy="3968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5200"/>
              <a:buFont typeface="Arial"/>
              <a:buNone/>
              <a:defRPr sz="5200">
                <a:solidFill>
                  <a:srgbClr val="F0EDE6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51"/>
          <p:cNvSpPr txBox="1"/>
          <p:nvPr>
            <p:ph idx="1" type="body"/>
          </p:nvPr>
        </p:nvSpPr>
        <p:spPr>
          <a:xfrm>
            <a:off x="7269480" y="4873752"/>
            <a:ext cx="4206241" cy="13807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None/>
              <a:defRPr>
                <a:solidFill>
                  <a:srgbClr val="F0EDE6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1"/>
          <p:cNvSpPr/>
          <p:nvPr>
            <p:ph idx="2" type="pic"/>
          </p:nvPr>
        </p:nvSpPr>
        <p:spPr>
          <a:xfrm>
            <a:off x="347471" y="343038"/>
            <a:ext cx="6257033" cy="6172201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51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131313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 1">
    <p:bg>
      <p:bgPr>
        <a:solidFill>
          <a:srgbClr val="13131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2"/>
          <p:cNvSpPr txBox="1"/>
          <p:nvPr>
            <p:ph type="title"/>
          </p:nvPr>
        </p:nvSpPr>
        <p:spPr>
          <a:xfrm>
            <a:off x="429768" y="438912"/>
            <a:ext cx="9317736" cy="4453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9600"/>
              <a:buFont typeface="Arial"/>
              <a:buNone/>
              <a:defRPr sz="9600">
                <a:solidFill>
                  <a:srgbClr val="F0EDE6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43" name="Google Shape;43;p52"/>
          <p:cNvSpPr txBox="1"/>
          <p:nvPr>
            <p:ph idx="1" type="body"/>
          </p:nvPr>
        </p:nvSpPr>
        <p:spPr>
          <a:xfrm>
            <a:off x="429768" y="4965191"/>
            <a:ext cx="5431536" cy="12893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None/>
              <a:defRPr>
                <a:solidFill>
                  <a:srgbClr val="F0EDE6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2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131313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 2">
    <p:bg>
      <p:bgPr>
        <a:solidFill>
          <a:srgbClr val="131313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3"/>
          <p:cNvSpPr txBox="1"/>
          <p:nvPr>
            <p:ph type="title"/>
          </p:nvPr>
        </p:nvSpPr>
        <p:spPr>
          <a:xfrm>
            <a:off x="1408175" y="1536191"/>
            <a:ext cx="9171433" cy="26151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5400"/>
              <a:buFont typeface="Arial"/>
              <a:buNone/>
              <a:defRPr sz="5400">
                <a:solidFill>
                  <a:srgbClr val="F0EDE6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53"/>
          <p:cNvSpPr txBox="1"/>
          <p:nvPr>
            <p:ph idx="1" type="body"/>
          </p:nvPr>
        </p:nvSpPr>
        <p:spPr>
          <a:xfrm>
            <a:off x="1408175" y="4427554"/>
            <a:ext cx="9171433" cy="1143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None/>
              <a:defRPr>
                <a:solidFill>
                  <a:srgbClr val="F0EDE6"/>
                </a:solidFill>
              </a:defRPr>
            </a:lvl1pPr>
            <a:lvl2pPr indent="-228600" lvl="1" marL="9144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None/>
              <a:defRPr>
                <a:solidFill>
                  <a:srgbClr val="F0EDE6"/>
                </a:solidFill>
              </a:defRPr>
            </a:lvl2pPr>
            <a:lvl3pPr indent="-228600" lvl="2" marL="1371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None/>
              <a:defRPr>
                <a:solidFill>
                  <a:srgbClr val="F0EDE6"/>
                </a:solidFill>
              </a:defRPr>
            </a:lvl3pPr>
            <a:lvl4pPr indent="-228600" lvl="3" marL="18288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None/>
              <a:defRPr>
                <a:solidFill>
                  <a:srgbClr val="F0EDE6"/>
                </a:solidFill>
              </a:defRPr>
            </a:lvl4pPr>
            <a:lvl5pPr indent="-228600" lvl="4" marL="22860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None/>
              <a:defRPr>
                <a:solidFill>
                  <a:srgbClr val="F0EDE6"/>
                </a:solidFill>
              </a:defRPr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53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131313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">
  <p:cSld name="Title 3">
    <p:bg>
      <p:bgPr>
        <a:solidFill>
          <a:srgbClr val="131313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4"/>
          <p:cNvSpPr txBox="1"/>
          <p:nvPr>
            <p:ph type="title"/>
          </p:nvPr>
        </p:nvSpPr>
        <p:spPr>
          <a:xfrm>
            <a:off x="429768" y="438912"/>
            <a:ext cx="11494008" cy="4654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2500"/>
              <a:buFont typeface="Arial"/>
              <a:buNone/>
              <a:defRPr sz="12500">
                <a:solidFill>
                  <a:srgbClr val="F0EDE6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54"/>
          <p:cNvSpPr txBox="1"/>
          <p:nvPr>
            <p:ph idx="1" type="body"/>
          </p:nvPr>
        </p:nvSpPr>
        <p:spPr>
          <a:xfrm>
            <a:off x="429768" y="5093208"/>
            <a:ext cx="5669280" cy="11612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None/>
              <a:defRPr>
                <a:solidFill>
                  <a:srgbClr val="F0EDE6"/>
                </a:solidFill>
              </a:defRPr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Char char="•"/>
              <a:defRPr>
                <a:solidFill>
                  <a:srgbClr val="F0EDE6"/>
                </a:solidFill>
              </a:defRPr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54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"/>
              <a:buFont typeface="Arial"/>
              <a:buNone/>
              <a:defRPr>
                <a:solidFill>
                  <a:srgbClr val="F0EDE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131313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Photo">
  <p:cSld name="Agenda Photo">
    <p:bg>
      <p:bgPr>
        <a:solidFill>
          <a:srgbClr val="F0EDE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5"/>
          <p:cNvSpPr txBox="1"/>
          <p:nvPr>
            <p:ph type="title"/>
          </p:nvPr>
        </p:nvSpPr>
        <p:spPr>
          <a:xfrm>
            <a:off x="7644383" y="1012952"/>
            <a:ext cx="4023361" cy="16367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55" name="Google Shape;55;p55"/>
          <p:cNvSpPr/>
          <p:nvPr>
            <p:ph idx="2" type="pic"/>
          </p:nvPr>
        </p:nvSpPr>
        <p:spPr>
          <a:xfrm>
            <a:off x="342900" y="345108"/>
            <a:ext cx="6714971" cy="616351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55"/>
          <p:cNvSpPr txBox="1"/>
          <p:nvPr>
            <p:ph idx="1" type="body"/>
          </p:nvPr>
        </p:nvSpPr>
        <p:spPr>
          <a:xfrm>
            <a:off x="7644383" y="2896616"/>
            <a:ext cx="4023361" cy="3364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AutoNum type="arabicPeriod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AutoNum type="arabicPeriod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AutoNum type="arabicPeriod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AutoNum type="arabicPeriod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AutoNum type="arabicPeriod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55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2">
  <p:cSld name="Title, Content 2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6"/>
          <p:cNvSpPr txBox="1"/>
          <p:nvPr>
            <p:ph type="title"/>
          </p:nvPr>
        </p:nvSpPr>
        <p:spPr>
          <a:xfrm>
            <a:off x="1014983" y="2478023"/>
            <a:ext cx="4325113" cy="2454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400"/>
              <a:buFont typeface="Arial"/>
              <a:buNone/>
              <a:defRPr sz="4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1" type="body"/>
          </p:nvPr>
        </p:nvSpPr>
        <p:spPr>
          <a:xfrm>
            <a:off x="6273800" y="2478023"/>
            <a:ext cx="4325112" cy="2459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56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3">
  <p:cSld name="Title, Content 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7"/>
          <p:cNvSpPr txBox="1"/>
          <p:nvPr>
            <p:ph type="title"/>
          </p:nvPr>
        </p:nvSpPr>
        <p:spPr>
          <a:xfrm>
            <a:off x="1014983" y="2039111"/>
            <a:ext cx="3813049" cy="3538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64" name="Google Shape;64;p57"/>
          <p:cNvSpPr txBox="1"/>
          <p:nvPr>
            <p:ph idx="1" type="body"/>
          </p:nvPr>
        </p:nvSpPr>
        <p:spPr>
          <a:xfrm>
            <a:off x="5422391" y="2039111"/>
            <a:ext cx="5047489" cy="3538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57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4">
  <p:cSld name="Title, Content 4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8"/>
          <p:cNvSpPr txBox="1"/>
          <p:nvPr>
            <p:ph type="title"/>
          </p:nvPr>
        </p:nvSpPr>
        <p:spPr>
          <a:xfrm>
            <a:off x="429768" y="1600200"/>
            <a:ext cx="4142233" cy="46360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58"/>
          <p:cNvSpPr txBox="1"/>
          <p:nvPr>
            <p:ph idx="1" type="body"/>
          </p:nvPr>
        </p:nvSpPr>
        <p:spPr>
          <a:xfrm>
            <a:off x="5422391" y="1600200"/>
            <a:ext cx="5788154" cy="46360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58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5">
  <p:cSld name="Title, Content 5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9"/>
          <p:cNvSpPr txBox="1"/>
          <p:nvPr>
            <p:ph type="title"/>
          </p:nvPr>
        </p:nvSpPr>
        <p:spPr>
          <a:xfrm>
            <a:off x="429768" y="640080"/>
            <a:ext cx="4032504" cy="3621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72" name="Google Shape;72;p59"/>
          <p:cNvSpPr txBox="1"/>
          <p:nvPr>
            <p:ph idx="1" type="body"/>
          </p:nvPr>
        </p:nvSpPr>
        <p:spPr>
          <a:xfrm>
            <a:off x="5422391" y="640080"/>
            <a:ext cx="5971033" cy="57241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59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6">
  <p:cSld name="Title, Content 6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0"/>
          <p:cNvSpPr txBox="1"/>
          <p:nvPr>
            <p:ph type="title"/>
          </p:nvPr>
        </p:nvSpPr>
        <p:spPr>
          <a:xfrm>
            <a:off x="429768" y="640080"/>
            <a:ext cx="3493009" cy="3621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60"/>
          <p:cNvSpPr txBox="1"/>
          <p:nvPr>
            <p:ph idx="1" type="body"/>
          </p:nvPr>
        </p:nvSpPr>
        <p:spPr>
          <a:xfrm>
            <a:off x="4425696" y="640080"/>
            <a:ext cx="7159753" cy="5719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0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Photo 1">
  <p:cSld name="Title, Content Photo 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1"/>
          <p:cNvSpPr txBox="1"/>
          <p:nvPr>
            <p:ph type="title"/>
          </p:nvPr>
        </p:nvSpPr>
        <p:spPr>
          <a:xfrm>
            <a:off x="5550408" y="548640"/>
            <a:ext cx="6035041" cy="1143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80" name="Google Shape;80;p61"/>
          <p:cNvSpPr/>
          <p:nvPr>
            <p:ph idx="2" type="pic"/>
          </p:nvPr>
        </p:nvSpPr>
        <p:spPr>
          <a:xfrm>
            <a:off x="342900" y="342900"/>
            <a:ext cx="4501152" cy="6172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61"/>
          <p:cNvSpPr txBox="1"/>
          <p:nvPr>
            <p:ph idx="1" type="body"/>
          </p:nvPr>
        </p:nvSpPr>
        <p:spPr>
          <a:xfrm>
            <a:off x="5550408" y="1828800"/>
            <a:ext cx="6035041" cy="448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61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Photo 2">
  <p:cSld name="Title, Content Photo 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2"/>
          <p:cNvSpPr txBox="1"/>
          <p:nvPr>
            <p:ph type="title"/>
          </p:nvPr>
        </p:nvSpPr>
        <p:spPr>
          <a:xfrm>
            <a:off x="429768" y="548640"/>
            <a:ext cx="6135624" cy="1143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85" name="Google Shape;85;p62"/>
          <p:cNvSpPr txBox="1"/>
          <p:nvPr>
            <p:ph idx="1" type="body"/>
          </p:nvPr>
        </p:nvSpPr>
        <p:spPr>
          <a:xfrm>
            <a:off x="429768" y="1828800"/>
            <a:ext cx="6135624" cy="448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62"/>
          <p:cNvSpPr/>
          <p:nvPr>
            <p:ph idx="2" type="pic"/>
          </p:nvPr>
        </p:nvSpPr>
        <p:spPr>
          <a:xfrm>
            <a:off x="7353303" y="352326"/>
            <a:ext cx="4495799" cy="6172201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62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Photo 3">
  <p:cSld name="Title, Content Photo 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3"/>
          <p:cNvSpPr txBox="1"/>
          <p:nvPr>
            <p:ph type="title"/>
          </p:nvPr>
        </p:nvSpPr>
        <p:spPr>
          <a:xfrm>
            <a:off x="4820075" y="320040"/>
            <a:ext cx="6766561" cy="9326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90" name="Google Shape;90;p63"/>
          <p:cNvSpPr/>
          <p:nvPr>
            <p:ph idx="2" type="pic"/>
          </p:nvPr>
        </p:nvSpPr>
        <p:spPr>
          <a:xfrm>
            <a:off x="339372" y="344424"/>
            <a:ext cx="3808555" cy="6172201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63"/>
          <p:cNvSpPr txBox="1"/>
          <p:nvPr>
            <p:ph idx="1" type="body"/>
          </p:nvPr>
        </p:nvSpPr>
        <p:spPr>
          <a:xfrm>
            <a:off x="4820075" y="1380744"/>
            <a:ext cx="6766561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63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Photo 4">
  <p:cSld name="Title, Content Photo 4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4"/>
          <p:cNvSpPr txBox="1"/>
          <p:nvPr>
            <p:ph type="title"/>
          </p:nvPr>
        </p:nvSpPr>
        <p:spPr>
          <a:xfrm>
            <a:off x="429768" y="320040"/>
            <a:ext cx="6858001" cy="9326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95" name="Google Shape;95;p64"/>
          <p:cNvSpPr txBox="1"/>
          <p:nvPr>
            <p:ph idx="1" type="body"/>
          </p:nvPr>
        </p:nvSpPr>
        <p:spPr>
          <a:xfrm>
            <a:off x="429768" y="1380744"/>
            <a:ext cx="6858001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64"/>
          <p:cNvSpPr/>
          <p:nvPr>
            <p:ph idx="2" type="pic"/>
          </p:nvPr>
        </p:nvSpPr>
        <p:spPr>
          <a:xfrm>
            <a:off x="8046767" y="344424"/>
            <a:ext cx="3808554" cy="6172201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64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Photo 5">
  <p:cSld name="Title, Content Photo 5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5"/>
          <p:cNvSpPr txBox="1"/>
          <p:nvPr>
            <p:ph type="title"/>
          </p:nvPr>
        </p:nvSpPr>
        <p:spPr>
          <a:xfrm>
            <a:off x="7196328" y="601754"/>
            <a:ext cx="4389121" cy="15270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65"/>
          <p:cNvSpPr/>
          <p:nvPr>
            <p:ph idx="2" type="pic"/>
          </p:nvPr>
        </p:nvSpPr>
        <p:spPr>
          <a:xfrm>
            <a:off x="341521" y="342902"/>
            <a:ext cx="6249780" cy="6172344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65"/>
          <p:cNvSpPr txBox="1"/>
          <p:nvPr>
            <p:ph idx="1" type="body"/>
          </p:nvPr>
        </p:nvSpPr>
        <p:spPr>
          <a:xfrm>
            <a:off x="7196328" y="2276855"/>
            <a:ext cx="4389121" cy="4041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65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Photo 6">
  <p:cSld name="Title, Content Photo 6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6"/>
          <p:cNvSpPr txBox="1"/>
          <p:nvPr>
            <p:ph type="title"/>
          </p:nvPr>
        </p:nvSpPr>
        <p:spPr>
          <a:xfrm>
            <a:off x="429768" y="603504"/>
            <a:ext cx="4480560" cy="152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05" name="Google Shape;105;p66"/>
          <p:cNvSpPr txBox="1"/>
          <p:nvPr>
            <p:ph idx="1" type="body"/>
          </p:nvPr>
        </p:nvSpPr>
        <p:spPr>
          <a:xfrm>
            <a:off x="429766" y="2276855"/>
            <a:ext cx="4480561" cy="4041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66"/>
          <p:cNvSpPr/>
          <p:nvPr>
            <p:ph idx="2" type="pic"/>
          </p:nvPr>
        </p:nvSpPr>
        <p:spPr>
          <a:xfrm>
            <a:off x="5737593" y="342900"/>
            <a:ext cx="6111509" cy="6172338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66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Photo 7">
  <p:cSld name="Title, Content Photo 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7"/>
          <p:cNvSpPr txBox="1"/>
          <p:nvPr>
            <p:ph type="title"/>
          </p:nvPr>
        </p:nvSpPr>
        <p:spPr>
          <a:xfrm>
            <a:off x="7196328" y="320040"/>
            <a:ext cx="4389121" cy="9326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10" name="Google Shape;110;p67"/>
          <p:cNvSpPr/>
          <p:nvPr>
            <p:ph idx="2" type="pic"/>
          </p:nvPr>
        </p:nvSpPr>
        <p:spPr>
          <a:xfrm>
            <a:off x="341521" y="342902"/>
            <a:ext cx="6249780" cy="6172344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67"/>
          <p:cNvSpPr txBox="1"/>
          <p:nvPr>
            <p:ph idx="1" type="body"/>
          </p:nvPr>
        </p:nvSpPr>
        <p:spPr>
          <a:xfrm>
            <a:off x="7196328" y="1380744"/>
            <a:ext cx="4389121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67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Photo 8">
  <p:cSld name="Title, Content Photo 8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8"/>
          <p:cNvSpPr txBox="1"/>
          <p:nvPr>
            <p:ph type="title"/>
          </p:nvPr>
        </p:nvSpPr>
        <p:spPr>
          <a:xfrm>
            <a:off x="429766" y="320040"/>
            <a:ext cx="4573415" cy="9326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15" name="Google Shape;115;p68"/>
          <p:cNvSpPr txBox="1"/>
          <p:nvPr>
            <p:ph idx="1" type="body"/>
          </p:nvPr>
        </p:nvSpPr>
        <p:spPr>
          <a:xfrm>
            <a:off x="429766" y="1380744"/>
            <a:ext cx="4573414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68"/>
          <p:cNvSpPr/>
          <p:nvPr>
            <p:ph idx="2" type="pic"/>
          </p:nvPr>
        </p:nvSpPr>
        <p:spPr>
          <a:xfrm>
            <a:off x="5737593" y="342900"/>
            <a:ext cx="6111509" cy="6172338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68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Photo 9">
  <p:cSld name="Title, Content Photo 9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9"/>
          <p:cNvSpPr txBox="1"/>
          <p:nvPr>
            <p:ph type="title"/>
          </p:nvPr>
        </p:nvSpPr>
        <p:spPr>
          <a:xfrm>
            <a:off x="8321040" y="603504"/>
            <a:ext cx="3401569" cy="152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20" name="Google Shape;120;p69"/>
          <p:cNvSpPr/>
          <p:nvPr>
            <p:ph idx="2" type="pic"/>
          </p:nvPr>
        </p:nvSpPr>
        <p:spPr>
          <a:xfrm>
            <a:off x="342900" y="342900"/>
            <a:ext cx="7391400" cy="6172201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69"/>
          <p:cNvSpPr txBox="1"/>
          <p:nvPr>
            <p:ph idx="1" type="body"/>
          </p:nvPr>
        </p:nvSpPr>
        <p:spPr>
          <a:xfrm>
            <a:off x="8321040" y="2276855"/>
            <a:ext cx="3401569" cy="4041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69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Photo 10">
  <p:cSld name="Title, Content Photo 10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0"/>
          <p:cNvSpPr txBox="1"/>
          <p:nvPr>
            <p:ph type="title"/>
          </p:nvPr>
        </p:nvSpPr>
        <p:spPr>
          <a:xfrm>
            <a:off x="429768" y="603504"/>
            <a:ext cx="3401568" cy="152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25" name="Google Shape;125;p70"/>
          <p:cNvSpPr/>
          <p:nvPr>
            <p:ph idx="2" type="pic"/>
          </p:nvPr>
        </p:nvSpPr>
        <p:spPr>
          <a:xfrm>
            <a:off x="4502842" y="342900"/>
            <a:ext cx="7346258" cy="6172201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70"/>
          <p:cNvSpPr txBox="1"/>
          <p:nvPr>
            <p:ph idx="1" type="body"/>
          </p:nvPr>
        </p:nvSpPr>
        <p:spPr>
          <a:xfrm>
            <a:off x="429768" y="2276855"/>
            <a:ext cx="3401568" cy="4041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70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Photo 11">
  <p:cSld name="Title, Content Photo 1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1"/>
          <p:cNvSpPr txBox="1"/>
          <p:nvPr>
            <p:ph type="title"/>
          </p:nvPr>
        </p:nvSpPr>
        <p:spPr>
          <a:xfrm>
            <a:off x="8311895" y="1078991"/>
            <a:ext cx="3273553" cy="19476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71"/>
          <p:cNvSpPr/>
          <p:nvPr>
            <p:ph idx="2" type="pic"/>
          </p:nvPr>
        </p:nvSpPr>
        <p:spPr>
          <a:xfrm>
            <a:off x="342900" y="342900"/>
            <a:ext cx="7391400" cy="6172201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71"/>
          <p:cNvSpPr txBox="1"/>
          <p:nvPr>
            <p:ph idx="1" type="body"/>
          </p:nvPr>
        </p:nvSpPr>
        <p:spPr>
          <a:xfrm>
            <a:off x="8311895" y="3099816"/>
            <a:ext cx="3273553" cy="2953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71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Photo 12">
  <p:cSld name="Title, Content Photo 12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2"/>
          <p:cNvSpPr txBox="1"/>
          <p:nvPr>
            <p:ph type="title"/>
          </p:nvPr>
        </p:nvSpPr>
        <p:spPr>
          <a:xfrm>
            <a:off x="321732" y="5111853"/>
            <a:ext cx="3739280" cy="1389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35" name="Google Shape;135;p72"/>
          <p:cNvSpPr/>
          <p:nvPr>
            <p:ph idx="2" type="pic"/>
          </p:nvPr>
        </p:nvSpPr>
        <p:spPr>
          <a:xfrm>
            <a:off x="339373" y="320043"/>
            <a:ext cx="11509731" cy="4404825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72"/>
          <p:cNvSpPr txBox="1"/>
          <p:nvPr>
            <p:ph idx="1" type="body"/>
          </p:nvPr>
        </p:nvSpPr>
        <p:spPr>
          <a:xfrm>
            <a:off x="5351927" y="5111853"/>
            <a:ext cx="6400801" cy="1389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72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Photo 13">
  <p:cSld name="Title, Content Photo 13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3"/>
          <p:cNvSpPr txBox="1"/>
          <p:nvPr>
            <p:ph type="title"/>
          </p:nvPr>
        </p:nvSpPr>
        <p:spPr>
          <a:xfrm>
            <a:off x="321733" y="4162318"/>
            <a:ext cx="2953618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40" name="Google Shape;140;p73"/>
          <p:cNvSpPr/>
          <p:nvPr>
            <p:ph idx="2" type="pic"/>
          </p:nvPr>
        </p:nvSpPr>
        <p:spPr>
          <a:xfrm>
            <a:off x="339373" y="320041"/>
            <a:ext cx="11509731" cy="345823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73"/>
          <p:cNvSpPr txBox="1"/>
          <p:nvPr>
            <p:ph idx="1" type="body"/>
          </p:nvPr>
        </p:nvSpPr>
        <p:spPr>
          <a:xfrm>
            <a:off x="3977640" y="4162318"/>
            <a:ext cx="7772401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73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Photo 14">
  <p:cSld name="Title, Content Photo 1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4"/>
          <p:cNvSpPr txBox="1"/>
          <p:nvPr>
            <p:ph type="title"/>
          </p:nvPr>
        </p:nvSpPr>
        <p:spPr>
          <a:xfrm>
            <a:off x="321733" y="561424"/>
            <a:ext cx="2953618" cy="18928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45" name="Google Shape;145;p74"/>
          <p:cNvSpPr/>
          <p:nvPr>
            <p:ph idx="2" type="pic"/>
          </p:nvPr>
        </p:nvSpPr>
        <p:spPr>
          <a:xfrm>
            <a:off x="339373" y="3067413"/>
            <a:ext cx="11509731" cy="345823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74"/>
          <p:cNvSpPr txBox="1"/>
          <p:nvPr>
            <p:ph idx="1" type="body"/>
          </p:nvPr>
        </p:nvSpPr>
        <p:spPr>
          <a:xfrm>
            <a:off x="3977640" y="561424"/>
            <a:ext cx="7772401" cy="22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74"/>
          <p:cNvSpPr txBox="1"/>
          <p:nvPr>
            <p:ph idx="12" type="sldNum"/>
          </p:nvPr>
        </p:nvSpPr>
        <p:spPr>
          <a:xfrm>
            <a:off x="1184421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Photo 15">
  <p:cSld name="Title, Content Photo 15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5"/>
          <p:cNvSpPr txBox="1"/>
          <p:nvPr>
            <p:ph type="title"/>
          </p:nvPr>
        </p:nvSpPr>
        <p:spPr>
          <a:xfrm>
            <a:off x="429768" y="603504"/>
            <a:ext cx="11155681" cy="970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50" name="Google Shape;150;p75"/>
          <p:cNvSpPr/>
          <p:nvPr>
            <p:ph idx="2" type="pic"/>
          </p:nvPr>
        </p:nvSpPr>
        <p:spPr>
          <a:xfrm>
            <a:off x="429768" y="1828800"/>
            <a:ext cx="6176400" cy="4425697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75"/>
          <p:cNvSpPr txBox="1"/>
          <p:nvPr>
            <p:ph idx="1" type="body"/>
          </p:nvPr>
        </p:nvSpPr>
        <p:spPr>
          <a:xfrm>
            <a:off x="7287768" y="1828800"/>
            <a:ext cx="4297681" cy="4428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75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Photo 16">
  <p:cSld name="Title, Content Photo 16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6"/>
          <p:cNvSpPr txBox="1"/>
          <p:nvPr>
            <p:ph type="title"/>
          </p:nvPr>
        </p:nvSpPr>
        <p:spPr>
          <a:xfrm>
            <a:off x="429768" y="548638"/>
            <a:ext cx="4855465" cy="1453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55" name="Google Shape;155;p76"/>
          <p:cNvSpPr/>
          <p:nvPr>
            <p:ph idx="2" type="pic"/>
          </p:nvPr>
        </p:nvSpPr>
        <p:spPr>
          <a:xfrm>
            <a:off x="510074" y="2293496"/>
            <a:ext cx="4775160" cy="4039044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76"/>
          <p:cNvSpPr txBox="1"/>
          <p:nvPr>
            <p:ph idx="1" type="body"/>
          </p:nvPr>
        </p:nvSpPr>
        <p:spPr>
          <a:xfrm>
            <a:off x="6096000" y="549275"/>
            <a:ext cx="5585925" cy="5783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76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Photo 17">
  <p:cSld name="Title, Content Photo 17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7"/>
          <p:cNvSpPr txBox="1"/>
          <p:nvPr>
            <p:ph type="title"/>
          </p:nvPr>
        </p:nvSpPr>
        <p:spPr>
          <a:xfrm>
            <a:off x="429768" y="550218"/>
            <a:ext cx="3827439" cy="1453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60" name="Google Shape;160;p77"/>
          <p:cNvSpPr/>
          <p:nvPr>
            <p:ph idx="2" type="pic"/>
          </p:nvPr>
        </p:nvSpPr>
        <p:spPr>
          <a:xfrm>
            <a:off x="510075" y="2293493"/>
            <a:ext cx="3666745" cy="4039046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77"/>
          <p:cNvSpPr txBox="1"/>
          <p:nvPr>
            <p:ph idx="1" type="body"/>
          </p:nvPr>
        </p:nvSpPr>
        <p:spPr>
          <a:xfrm>
            <a:off x="5120787" y="549275"/>
            <a:ext cx="6561139" cy="5788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77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8"/>
          <p:cNvSpPr txBox="1"/>
          <p:nvPr>
            <p:ph type="title"/>
          </p:nvPr>
        </p:nvSpPr>
        <p:spPr>
          <a:xfrm>
            <a:off x="493776" y="4992623"/>
            <a:ext cx="11201401" cy="1225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4E48"/>
              </a:buClr>
              <a:buSzPts val="2400"/>
              <a:buFont typeface="Arial"/>
              <a:buNone/>
              <a:defRPr sz="2400">
                <a:solidFill>
                  <a:srgbClr val="304E48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65" name="Google Shape;165;p78"/>
          <p:cNvSpPr txBox="1"/>
          <p:nvPr>
            <p:ph idx="1" type="body"/>
          </p:nvPr>
        </p:nvSpPr>
        <p:spPr>
          <a:xfrm>
            <a:off x="493776" y="786383"/>
            <a:ext cx="11201401" cy="42062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04E48"/>
              </a:buClr>
              <a:buSzPts val="27800"/>
              <a:buFont typeface="Arial"/>
              <a:buNone/>
              <a:defRPr sz="27800">
                <a:solidFill>
                  <a:srgbClr val="304E48"/>
                </a:solidFill>
              </a:defRPr>
            </a:lvl1pPr>
            <a:lvl2pPr indent="-1993900" lvl="1" marL="9144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04E48"/>
              </a:buClr>
              <a:buSzPts val="27800"/>
              <a:buFont typeface="Arial"/>
              <a:buChar char="•"/>
              <a:defRPr sz="27800">
                <a:solidFill>
                  <a:srgbClr val="304E48"/>
                </a:solidFill>
              </a:defRPr>
            </a:lvl2pPr>
            <a:lvl3pPr indent="-1993900" lvl="2" marL="1371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04E48"/>
              </a:buClr>
              <a:buSzPts val="27800"/>
              <a:buFont typeface="Arial"/>
              <a:buChar char="•"/>
              <a:defRPr sz="27800">
                <a:solidFill>
                  <a:srgbClr val="304E48"/>
                </a:solidFill>
              </a:defRPr>
            </a:lvl3pPr>
            <a:lvl4pPr indent="-1993900" lvl="3" marL="18288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04E48"/>
              </a:buClr>
              <a:buSzPts val="27800"/>
              <a:buFont typeface="Arial"/>
              <a:buChar char="•"/>
              <a:defRPr sz="27800">
                <a:solidFill>
                  <a:srgbClr val="304E48"/>
                </a:solidFill>
              </a:defRPr>
            </a:lvl4pPr>
            <a:lvl5pPr indent="-1993900" lvl="4" marL="22860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04E48"/>
              </a:buClr>
              <a:buSzPts val="27800"/>
              <a:buFont typeface="Arial"/>
              <a:buChar char="•"/>
              <a:defRPr sz="27800">
                <a:solidFill>
                  <a:srgbClr val="304E48"/>
                </a:solidFill>
              </a:defRPr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78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Big Number 2">
    <p:bg>
      <p:bgPr>
        <a:solidFill>
          <a:srgbClr val="F0EDE6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9"/>
          <p:cNvSpPr txBox="1"/>
          <p:nvPr>
            <p:ph type="title"/>
          </p:nvPr>
        </p:nvSpPr>
        <p:spPr>
          <a:xfrm>
            <a:off x="493776" y="4992623"/>
            <a:ext cx="11201401" cy="1225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Arial"/>
              <a:buNone/>
              <a:defRPr sz="2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69" name="Google Shape;169;p79"/>
          <p:cNvSpPr txBox="1"/>
          <p:nvPr>
            <p:ph idx="1" type="body"/>
          </p:nvPr>
        </p:nvSpPr>
        <p:spPr>
          <a:xfrm>
            <a:off x="493776" y="786383"/>
            <a:ext cx="11201401" cy="42062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27800"/>
              <a:buFont typeface="Arial"/>
              <a:buNone/>
              <a:defRPr sz="27800"/>
            </a:lvl1pPr>
            <a:lvl2pPr indent="-1993900" lvl="1" marL="9144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27800"/>
              <a:buFont typeface="Arial"/>
              <a:buChar char="•"/>
              <a:defRPr sz="27800"/>
            </a:lvl2pPr>
            <a:lvl3pPr indent="-1993900" lvl="2" marL="1371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27800"/>
              <a:buFont typeface="Arial"/>
              <a:buChar char="•"/>
              <a:defRPr sz="27800"/>
            </a:lvl3pPr>
            <a:lvl4pPr indent="-1993900" lvl="3" marL="18288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27800"/>
              <a:buFont typeface="Arial"/>
              <a:buChar char="•"/>
              <a:defRPr sz="27800"/>
            </a:lvl4pPr>
            <a:lvl5pPr indent="-1993900" lvl="4" marL="22860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27800"/>
              <a:buFont typeface="Arial"/>
              <a:buChar char="•"/>
              <a:defRPr sz="27800"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79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3">
  <p:cSld name="Big Number 3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0"/>
          <p:cNvSpPr txBox="1"/>
          <p:nvPr>
            <p:ph type="title"/>
          </p:nvPr>
        </p:nvSpPr>
        <p:spPr>
          <a:xfrm>
            <a:off x="429768" y="4809744"/>
            <a:ext cx="5897880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4E48"/>
              </a:buClr>
              <a:buSzPts val="2800"/>
              <a:buFont typeface="Arial"/>
              <a:buNone/>
              <a:defRPr sz="2800">
                <a:solidFill>
                  <a:srgbClr val="304E48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73" name="Google Shape;173;p80"/>
          <p:cNvSpPr txBox="1"/>
          <p:nvPr>
            <p:ph idx="1" type="body"/>
          </p:nvPr>
        </p:nvSpPr>
        <p:spPr>
          <a:xfrm>
            <a:off x="429768" y="603504"/>
            <a:ext cx="11201401" cy="42062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4E48"/>
              </a:buClr>
              <a:buSzPts val="27800"/>
              <a:buFont typeface="Arial"/>
              <a:buNone/>
              <a:defRPr sz="27800">
                <a:solidFill>
                  <a:srgbClr val="304E48"/>
                </a:solidFill>
              </a:defRPr>
            </a:lvl1pPr>
            <a:lvl2pPr indent="-1993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4E48"/>
              </a:buClr>
              <a:buSzPts val="27800"/>
              <a:buFont typeface="Arial"/>
              <a:buChar char="•"/>
              <a:defRPr sz="27800">
                <a:solidFill>
                  <a:srgbClr val="304E48"/>
                </a:solidFill>
              </a:defRPr>
            </a:lvl2pPr>
            <a:lvl3pPr indent="-1993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4E48"/>
              </a:buClr>
              <a:buSzPts val="27800"/>
              <a:buFont typeface="Arial"/>
              <a:buChar char="•"/>
              <a:defRPr sz="27800">
                <a:solidFill>
                  <a:srgbClr val="304E48"/>
                </a:solidFill>
              </a:defRPr>
            </a:lvl3pPr>
            <a:lvl4pPr indent="-1993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4E48"/>
              </a:buClr>
              <a:buSzPts val="27800"/>
              <a:buFont typeface="Arial"/>
              <a:buChar char="•"/>
              <a:defRPr sz="27800">
                <a:solidFill>
                  <a:srgbClr val="304E48"/>
                </a:solidFill>
              </a:defRPr>
            </a:lvl4pPr>
            <a:lvl5pPr indent="-19939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4E48"/>
              </a:buClr>
              <a:buSzPts val="27800"/>
              <a:buFont typeface="Arial"/>
              <a:buChar char="•"/>
              <a:defRPr sz="27800">
                <a:solidFill>
                  <a:srgbClr val="304E48"/>
                </a:solidFill>
              </a:defRPr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80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1"/>
          <p:cNvSpPr txBox="1"/>
          <p:nvPr>
            <p:ph type="title"/>
          </p:nvPr>
        </p:nvSpPr>
        <p:spPr>
          <a:xfrm>
            <a:off x="612648" y="-1133856"/>
            <a:ext cx="10652760" cy="9144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77" name="Google Shape;177;p81"/>
          <p:cNvSpPr txBox="1"/>
          <p:nvPr>
            <p:ph idx="1" type="body"/>
          </p:nvPr>
        </p:nvSpPr>
        <p:spPr>
          <a:xfrm>
            <a:off x="612648" y="630936"/>
            <a:ext cx="8266177" cy="560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5400"/>
              <a:buFont typeface="Arial"/>
              <a:buNone/>
              <a:defRPr b="1" sz="5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5400"/>
              <a:buFont typeface="Arial"/>
              <a:buNone/>
              <a:defRPr b="1" sz="5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5400"/>
              <a:buFont typeface="Arial"/>
              <a:buNone/>
              <a:defRPr b="1" sz="54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5400"/>
              <a:buFont typeface="Arial"/>
              <a:buNone/>
              <a:defRPr b="1" sz="54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5400"/>
              <a:buFont typeface="Arial"/>
              <a:buNone/>
              <a:defRPr b="1" sz="5400"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81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Statement 2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2"/>
          <p:cNvSpPr txBox="1"/>
          <p:nvPr>
            <p:ph type="title"/>
          </p:nvPr>
        </p:nvSpPr>
        <p:spPr>
          <a:xfrm>
            <a:off x="612648" y="-1133856"/>
            <a:ext cx="10652760" cy="9144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81" name="Google Shape;181;p82"/>
          <p:cNvSpPr txBox="1"/>
          <p:nvPr>
            <p:ph idx="1" type="body"/>
          </p:nvPr>
        </p:nvSpPr>
        <p:spPr>
          <a:xfrm>
            <a:off x="612648" y="1929383"/>
            <a:ext cx="8266177" cy="41422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5000"/>
              <a:buFont typeface="Arial"/>
              <a:buNone/>
              <a:defRPr b="1" sz="50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5000"/>
              <a:buFont typeface="Arial"/>
              <a:buNone/>
              <a:defRPr b="1" sz="5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5000"/>
              <a:buFont typeface="Arial"/>
              <a:buNone/>
              <a:defRPr b="1" sz="5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5000"/>
              <a:buFont typeface="Arial"/>
              <a:buNone/>
              <a:defRPr b="1" sz="5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5000"/>
              <a:buFont typeface="Arial"/>
              <a:buNone/>
              <a:defRPr b="1" sz="5000"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82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Statement 3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3"/>
          <p:cNvSpPr txBox="1"/>
          <p:nvPr>
            <p:ph type="title"/>
          </p:nvPr>
        </p:nvSpPr>
        <p:spPr>
          <a:xfrm>
            <a:off x="612648" y="-1133856"/>
            <a:ext cx="10652760" cy="9144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85" name="Google Shape;185;p83"/>
          <p:cNvSpPr txBox="1"/>
          <p:nvPr>
            <p:ph idx="1" type="body"/>
          </p:nvPr>
        </p:nvSpPr>
        <p:spPr>
          <a:xfrm>
            <a:off x="612648" y="548640"/>
            <a:ext cx="8266177" cy="5605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5000"/>
              <a:buFont typeface="Arial"/>
              <a:buNone/>
              <a:defRPr b="1" sz="50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5000"/>
              <a:buFont typeface="Arial"/>
              <a:buNone/>
              <a:defRPr b="1" sz="5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5000"/>
              <a:buFont typeface="Arial"/>
              <a:buNone/>
              <a:defRPr b="1" sz="5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5000"/>
              <a:buFont typeface="Arial"/>
              <a:buNone/>
              <a:defRPr b="1" sz="5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5000"/>
              <a:buFont typeface="Arial"/>
              <a:buNone/>
              <a:defRPr b="1" sz="5000"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83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4"/>
          <p:cNvSpPr txBox="1"/>
          <p:nvPr>
            <p:ph type="title"/>
          </p:nvPr>
        </p:nvSpPr>
        <p:spPr>
          <a:xfrm>
            <a:off x="1636776" y="5276088"/>
            <a:ext cx="9061705" cy="466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766D"/>
              </a:buClr>
              <a:buSzPts val="2200"/>
              <a:buFont typeface="Arial"/>
              <a:buNone/>
              <a:defRPr b="1" sz="2200">
                <a:solidFill>
                  <a:srgbClr val="49766D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89" name="Google Shape;189;p84"/>
          <p:cNvSpPr txBox="1"/>
          <p:nvPr>
            <p:ph idx="1" type="body"/>
          </p:nvPr>
        </p:nvSpPr>
        <p:spPr>
          <a:xfrm>
            <a:off x="1499616" y="1828800"/>
            <a:ext cx="9198865" cy="2871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000"/>
              <a:buFont typeface="Arial"/>
              <a:buNone/>
              <a:defRPr sz="4000"/>
            </a:lvl1pPr>
            <a:lvl2pPr indent="-482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000"/>
              <a:buFont typeface="Arial"/>
              <a:buChar char="•"/>
              <a:defRPr sz="4000"/>
            </a:lvl2pPr>
            <a:lvl3pPr indent="-482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000"/>
              <a:buFont typeface="Arial"/>
              <a:buChar char="•"/>
              <a:defRPr sz="4000"/>
            </a:lvl3pPr>
            <a:lvl4pPr indent="-482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000"/>
              <a:buFont typeface="Arial"/>
              <a:buChar char="•"/>
              <a:defRPr sz="4000"/>
            </a:lvl4pPr>
            <a:lvl5pPr indent="-482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000"/>
              <a:buFont typeface="Arial"/>
              <a:buChar char="•"/>
              <a:defRPr sz="4000"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84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Quote 2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5"/>
          <p:cNvSpPr/>
          <p:nvPr/>
        </p:nvSpPr>
        <p:spPr>
          <a:xfrm>
            <a:off x="806386" y="760150"/>
            <a:ext cx="10579222" cy="5337699"/>
          </a:xfrm>
          <a:prstGeom prst="roundRect">
            <a:avLst>
              <a:gd fmla="val 6093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0EDE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5"/>
          <p:cNvSpPr txBox="1"/>
          <p:nvPr>
            <p:ph type="title"/>
          </p:nvPr>
        </p:nvSpPr>
        <p:spPr>
          <a:xfrm>
            <a:off x="1801367" y="5120640"/>
            <a:ext cx="8549642" cy="6217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None/>
              <a:defRPr b="1" sz="1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94" name="Google Shape;194;p85"/>
          <p:cNvSpPr txBox="1"/>
          <p:nvPr>
            <p:ph idx="1" type="body"/>
          </p:nvPr>
        </p:nvSpPr>
        <p:spPr>
          <a:xfrm>
            <a:off x="1655064" y="2093976"/>
            <a:ext cx="8695944" cy="2130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3600"/>
              <a:buFont typeface="Arial"/>
              <a:buNone/>
              <a:defRPr sz="3600"/>
            </a:lvl1pPr>
            <a:lvl2pPr indent="-457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3600"/>
              <a:buFont typeface="Arial"/>
              <a:buChar char="•"/>
              <a:defRPr sz="3600"/>
            </a:lvl2pPr>
            <a:lvl3pPr indent="-457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3600"/>
              <a:buFont typeface="Arial"/>
              <a:buChar char="•"/>
              <a:defRPr sz="3600"/>
            </a:lvl3pPr>
            <a:lvl4pPr indent="-457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3600"/>
              <a:buFont typeface="Arial"/>
              <a:buChar char="•"/>
              <a:defRPr sz="3600"/>
            </a:lvl4pPr>
            <a:lvl5pPr indent="-457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3600"/>
              <a:buFont typeface="Arial"/>
              <a:buChar char="•"/>
              <a:defRPr sz="3600"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85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3">
  <p:cSld name="Quote 3">
    <p:bg>
      <p:bgPr>
        <a:solidFill>
          <a:srgbClr val="F0EDE6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6"/>
          <p:cNvSpPr txBox="1"/>
          <p:nvPr>
            <p:ph type="title"/>
          </p:nvPr>
        </p:nvSpPr>
        <p:spPr>
          <a:xfrm>
            <a:off x="598556" y="4965191"/>
            <a:ext cx="9450700" cy="12893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None/>
              <a:defRPr b="1" sz="1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198" name="Google Shape;198;p86"/>
          <p:cNvSpPr txBox="1"/>
          <p:nvPr>
            <p:ph idx="1" type="body"/>
          </p:nvPr>
        </p:nvSpPr>
        <p:spPr>
          <a:xfrm>
            <a:off x="429768" y="438912"/>
            <a:ext cx="9619489" cy="452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800"/>
              <a:buFont typeface="Arial"/>
              <a:buNone/>
              <a:defRPr sz="4800"/>
            </a:lvl1pPr>
            <a:lvl2pPr indent="-533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800"/>
              <a:buFont typeface="Arial"/>
              <a:buChar char="•"/>
              <a:defRPr sz="4800"/>
            </a:lvl2pPr>
            <a:lvl3pPr indent="-533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800"/>
              <a:buFont typeface="Arial"/>
              <a:buChar char="•"/>
              <a:defRPr sz="4800"/>
            </a:lvl3pPr>
            <a:lvl4pPr indent="-533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800"/>
              <a:buFont typeface="Arial"/>
              <a:buChar char="•"/>
              <a:defRPr sz="4800"/>
            </a:lvl4pPr>
            <a:lvl5pPr indent="-533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800"/>
              <a:buFont typeface="Arial"/>
              <a:buChar char="•"/>
              <a:defRPr sz="4800"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86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4">
  <p:cSld name="Quote 4">
    <p:bg>
      <p:bgPr>
        <a:solidFill>
          <a:srgbClr val="F0EDE6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7"/>
          <p:cNvSpPr txBox="1"/>
          <p:nvPr>
            <p:ph type="title"/>
          </p:nvPr>
        </p:nvSpPr>
        <p:spPr>
          <a:xfrm>
            <a:off x="598556" y="4965191"/>
            <a:ext cx="9148947" cy="12893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None/>
              <a:defRPr b="1" sz="1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202" name="Google Shape;202;p87"/>
          <p:cNvSpPr txBox="1"/>
          <p:nvPr>
            <p:ph idx="1" type="body"/>
          </p:nvPr>
        </p:nvSpPr>
        <p:spPr>
          <a:xfrm>
            <a:off x="429768" y="1179575"/>
            <a:ext cx="9317736" cy="37856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800"/>
              <a:buFont typeface="Arial"/>
              <a:buNone/>
              <a:defRPr sz="4800"/>
            </a:lvl1pPr>
            <a:lvl2pPr indent="-533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800"/>
              <a:buFont typeface="Arial"/>
              <a:buChar char="•"/>
              <a:defRPr sz="4800"/>
            </a:lvl2pPr>
            <a:lvl3pPr indent="-533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800"/>
              <a:buFont typeface="Arial"/>
              <a:buChar char="•"/>
              <a:defRPr sz="4800"/>
            </a:lvl3pPr>
            <a:lvl4pPr indent="-533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800"/>
              <a:buFont typeface="Arial"/>
              <a:buChar char="•"/>
              <a:defRPr sz="4800"/>
            </a:lvl4pPr>
            <a:lvl5pPr indent="-533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800"/>
              <a:buFont typeface="Arial"/>
              <a:buChar char="•"/>
              <a:defRPr sz="4800"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87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8"/>
          <p:cNvSpPr txBox="1"/>
          <p:nvPr>
            <p:ph type="title"/>
          </p:nvPr>
        </p:nvSpPr>
        <p:spPr>
          <a:xfrm>
            <a:off x="429766" y="294248"/>
            <a:ext cx="11164826" cy="958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206" name="Google Shape;206;p88"/>
          <p:cNvSpPr txBox="1"/>
          <p:nvPr>
            <p:ph idx="1" type="body"/>
          </p:nvPr>
        </p:nvSpPr>
        <p:spPr>
          <a:xfrm>
            <a:off x="430212" y="2020824"/>
            <a:ext cx="5211764" cy="4343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88"/>
          <p:cNvSpPr txBox="1"/>
          <p:nvPr>
            <p:ph idx="2" type="body"/>
          </p:nvPr>
        </p:nvSpPr>
        <p:spPr>
          <a:xfrm>
            <a:off x="6381750" y="2020823"/>
            <a:ext cx="5213350" cy="4343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88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9"/>
          <p:cNvSpPr txBox="1"/>
          <p:nvPr>
            <p:ph type="title"/>
          </p:nvPr>
        </p:nvSpPr>
        <p:spPr>
          <a:xfrm>
            <a:off x="429768" y="276165"/>
            <a:ext cx="11164824" cy="976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211" name="Google Shape;211;p89"/>
          <p:cNvSpPr txBox="1"/>
          <p:nvPr>
            <p:ph idx="1" type="body"/>
          </p:nvPr>
        </p:nvSpPr>
        <p:spPr>
          <a:xfrm>
            <a:off x="429766" y="1380744"/>
            <a:ext cx="5212081" cy="559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2000"/>
              <a:buFont typeface="Arial"/>
              <a:buNone/>
              <a:defRPr b="1" sz="2000" cap="none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2000"/>
              <a:buFont typeface="Arial"/>
              <a:buNone/>
              <a:defRPr b="1" sz="2000" cap="none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2000"/>
              <a:buFont typeface="Arial"/>
              <a:buNone/>
              <a:defRPr b="1" sz="2000" cap="none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2000"/>
              <a:buFont typeface="Arial"/>
              <a:buNone/>
              <a:defRPr b="1" sz="2000" cap="none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2000"/>
              <a:buFont typeface="Arial"/>
              <a:buNone/>
              <a:defRPr b="1" sz="2000" cap="none"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89"/>
          <p:cNvSpPr txBox="1"/>
          <p:nvPr>
            <p:ph idx="2" type="body"/>
          </p:nvPr>
        </p:nvSpPr>
        <p:spPr>
          <a:xfrm>
            <a:off x="430212" y="2020888"/>
            <a:ext cx="5211764" cy="4343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3" name="Google Shape;213;p89"/>
          <p:cNvSpPr txBox="1"/>
          <p:nvPr>
            <p:ph idx="3" type="body"/>
          </p:nvPr>
        </p:nvSpPr>
        <p:spPr>
          <a:xfrm>
            <a:off x="6382511" y="1380744"/>
            <a:ext cx="5212081" cy="559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89"/>
          <p:cNvSpPr txBox="1"/>
          <p:nvPr>
            <p:ph idx="4" type="body"/>
          </p:nvPr>
        </p:nvSpPr>
        <p:spPr>
          <a:xfrm>
            <a:off x="6381750" y="2020888"/>
            <a:ext cx="5213350" cy="4343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89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0"/>
          <p:cNvSpPr txBox="1"/>
          <p:nvPr>
            <p:ph type="title"/>
          </p:nvPr>
        </p:nvSpPr>
        <p:spPr>
          <a:xfrm>
            <a:off x="429768" y="283463"/>
            <a:ext cx="10652760" cy="9692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218" name="Google Shape;218;p90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1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2"/>
          <p:cNvSpPr txBox="1"/>
          <p:nvPr>
            <p:ph type="title"/>
          </p:nvPr>
        </p:nvSpPr>
        <p:spPr>
          <a:xfrm>
            <a:off x="429768" y="553614"/>
            <a:ext cx="3595635" cy="2212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223" name="Google Shape;223;p92"/>
          <p:cNvSpPr txBox="1"/>
          <p:nvPr>
            <p:ph idx="1" type="body"/>
          </p:nvPr>
        </p:nvSpPr>
        <p:spPr>
          <a:xfrm>
            <a:off x="429769" y="2823029"/>
            <a:ext cx="3309609" cy="3481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92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3"/>
          <p:cNvSpPr txBox="1"/>
          <p:nvPr>
            <p:ph type="title"/>
          </p:nvPr>
        </p:nvSpPr>
        <p:spPr>
          <a:xfrm>
            <a:off x="429768" y="557783"/>
            <a:ext cx="3593592" cy="2212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227" name="Google Shape;227;p93"/>
          <p:cNvSpPr txBox="1"/>
          <p:nvPr>
            <p:ph idx="1" type="body"/>
          </p:nvPr>
        </p:nvSpPr>
        <p:spPr>
          <a:xfrm>
            <a:off x="429766" y="2826136"/>
            <a:ext cx="3310130" cy="3434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600"/>
              <a:buFont typeface="Arial"/>
              <a:buNone/>
              <a:defRPr sz="1600"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93"/>
          <p:cNvSpPr/>
          <p:nvPr>
            <p:ph idx="2" type="pic"/>
          </p:nvPr>
        </p:nvSpPr>
        <p:spPr>
          <a:xfrm>
            <a:off x="4502842" y="342900"/>
            <a:ext cx="7346259" cy="61722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93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>
  <p:cSld name="Conclusion">
    <p:bg>
      <p:bgPr>
        <a:solidFill>
          <a:srgbClr val="F0EDE6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4"/>
          <p:cNvSpPr txBox="1"/>
          <p:nvPr>
            <p:ph type="title"/>
          </p:nvPr>
        </p:nvSpPr>
        <p:spPr>
          <a:xfrm>
            <a:off x="429768" y="429768"/>
            <a:ext cx="10890375" cy="16276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5400"/>
              <a:buFont typeface="Arial"/>
              <a:buNone/>
              <a:defRPr sz="5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232" name="Google Shape;232;p94"/>
          <p:cNvSpPr txBox="1"/>
          <p:nvPr>
            <p:ph idx="1" type="body"/>
          </p:nvPr>
        </p:nvSpPr>
        <p:spPr>
          <a:xfrm>
            <a:off x="429768" y="3264408"/>
            <a:ext cx="10890375" cy="2834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94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 2">
  <p:cSld name="Conclusion 2">
    <p:bg>
      <p:bgPr>
        <a:solidFill>
          <a:srgbClr val="F0EDE6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5"/>
          <p:cNvSpPr txBox="1"/>
          <p:nvPr>
            <p:ph type="title"/>
          </p:nvPr>
        </p:nvSpPr>
        <p:spPr>
          <a:xfrm>
            <a:off x="429768" y="1627317"/>
            <a:ext cx="7370065" cy="18420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9pPr>
          </a:lstStyle>
          <a:p/>
        </p:txBody>
      </p:sp>
      <p:sp>
        <p:nvSpPr>
          <p:cNvPr id="236" name="Google Shape;236;p95"/>
          <p:cNvSpPr txBox="1"/>
          <p:nvPr>
            <p:ph idx="1" type="body"/>
          </p:nvPr>
        </p:nvSpPr>
        <p:spPr>
          <a:xfrm>
            <a:off x="429768" y="3622673"/>
            <a:ext cx="7370065" cy="2231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  <a:defRPr/>
            </a:lvl5pPr>
            <a:lvl6pPr indent="-342900" lvl="5" marL="274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95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/>
          <p:nvPr>
            <p:ph type="title"/>
          </p:nvPr>
        </p:nvSpPr>
        <p:spPr>
          <a:xfrm>
            <a:off x="429768" y="283463"/>
            <a:ext cx="10652760" cy="9692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4"/>
          <p:cNvSpPr txBox="1"/>
          <p:nvPr>
            <p:ph idx="1" type="body"/>
          </p:nvPr>
        </p:nvSpPr>
        <p:spPr>
          <a:xfrm>
            <a:off x="429768" y="1380744"/>
            <a:ext cx="10652760" cy="4901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4"/>
          <p:cNvSpPr txBox="1"/>
          <p:nvPr>
            <p:ph idx="12" type="sldNum"/>
          </p:nvPr>
        </p:nvSpPr>
        <p:spPr>
          <a:xfrm>
            <a:off x="11715769" y="6579615"/>
            <a:ext cx="217151" cy="218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hyperlink" Target="https://github.com/davidmertenjones/ist-303-team-kanto-project/blob/main/.github/workflows/actions.y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hyperlink" Target="https://github.com/davidmertenjones/ist-303-team-kanto-project" TargetMode="External"/><Relationship Id="rId5" Type="http://schemas.openxmlformats.org/officeDocument/2006/relationships/hyperlink" Target="https://github.com/davidmertenjones/ist-303-team-kanto-project" TargetMode="External"/><Relationship Id="rId6" Type="http://schemas.openxmlformats.org/officeDocument/2006/relationships/hyperlink" Target="https://github.com/users/davidmertenjones/projects/1" TargetMode="External"/><Relationship Id="rId7" Type="http://schemas.openxmlformats.org/officeDocument/2006/relationships/hyperlink" Target="https://github.com/users/davidmertenjones/projects/1" TargetMode="External"/><Relationship Id="rId8" Type="http://schemas.openxmlformats.org/officeDocument/2006/relationships/hyperlink" Target="https://github.com/davidmertenjones/ist-303-team-kanto-project/issues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hyperlink" Target="https://www.digitalocean.com/community/tutorials/how-and-when-to-use-sqlite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"/>
          <p:cNvSpPr txBox="1"/>
          <p:nvPr>
            <p:ph type="title"/>
          </p:nvPr>
        </p:nvSpPr>
        <p:spPr>
          <a:xfrm>
            <a:off x="429767" y="5276088"/>
            <a:ext cx="11347706" cy="786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F0EDE6"/>
                </a:solidFill>
              </a:rPr>
              <a:t>Hospital Facilities Catalog (Milestone 2.0)</a:t>
            </a:r>
            <a:endParaRPr/>
          </a:p>
        </p:txBody>
      </p:sp>
      <p:sp>
        <p:nvSpPr>
          <p:cNvPr id="243" name="Google Shape;243;p1"/>
          <p:cNvSpPr txBox="1"/>
          <p:nvPr>
            <p:ph idx="1" type="body"/>
          </p:nvPr>
        </p:nvSpPr>
        <p:spPr>
          <a:xfrm>
            <a:off x="429767" y="5980176"/>
            <a:ext cx="11347706" cy="5303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1800"/>
              <a:buNone/>
            </a:pPr>
            <a:r>
              <a:rPr lang="en-US">
                <a:solidFill>
                  <a:srgbClr val="F0EDE6"/>
                </a:solidFill>
              </a:rPr>
              <a:t>Team Kanto: Eva Mui, David Merten-Jones, Aashish Sunar, Jennifer Long, Aishwarya Pandian</a:t>
            </a:r>
            <a:endParaRPr/>
          </a:p>
        </p:txBody>
      </p:sp>
      <p:grpSp>
        <p:nvGrpSpPr>
          <p:cNvPr id="244" name="Google Shape;244;p1"/>
          <p:cNvGrpSpPr/>
          <p:nvPr/>
        </p:nvGrpSpPr>
        <p:grpSpPr>
          <a:xfrm>
            <a:off x="342900" y="343038"/>
            <a:ext cx="11506201" cy="4792767"/>
            <a:chOff x="0" y="0"/>
            <a:chExt cx="11506200" cy="4792766"/>
          </a:xfrm>
        </p:grpSpPr>
        <p:sp>
          <p:nvSpPr>
            <p:cNvPr id="245" name="Google Shape;245;p1"/>
            <p:cNvSpPr/>
            <p:nvPr/>
          </p:nvSpPr>
          <p:spPr>
            <a:xfrm>
              <a:off x="0" y="0"/>
              <a:ext cx="11506200" cy="479276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mage8.png" id="246" name="Google Shape;246;p1"/>
            <p:cNvPicPr preferRelativeResize="0"/>
            <p:nvPr/>
          </p:nvPicPr>
          <p:blipFill rotWithShape="1">
            <a:blip r:embed="rId4">
              <a:alphaModFix/>
            </a:blip>
            <a:srcRect b="0" l="15107" r="15107" t="0"/>
            <a:stretch/>
          </p:blipFill>
          <p:spPr>
            <a:xfrm>
              <a:off x="0" y="0"/>
              <a:ext cx="11506200" cy="479276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5" id="251" name="Google Shape;251;p3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"/>
          <p:cNvSpPr txBox="1"/>
          <p:nvPr>
            <p:ph type="title"/>
          </p:nvPr>
        </p:nvSpPr>
        <p:spPr>
          <a:xfrm>
            <a:off x="429767" y="411480"/>
            <a:ext cx="11045954" cy="1828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8000"/>
              <a:buFont typeface="Arial"/>
              <a:buNone/>
            </a:pPr>
            <a:r>
              <a:rPr lang="en-US" sz="6600"/>
              <a:t>Agenda</a:t>
            </a:r>
            <a:endParaRPr sz="6600"/>
          </a:p>
        </p:txBody>
      </p:sp>
      <p:graphicFrame>
        <p:nvGraphicFramePr>
          <p:cNvPr id="253" name="Google Shape;253;p3"/>
          <p:cNvGraphicFramePr/>
          <p:nvPr/>
        </p:nvGraphicFramePr>
        <p:xfrm>
          <a:off x="3294814" y="192381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{A19F9507-316D-47F2-BB69-AB60B6E43D96}</a:tableStyleId>
              </a:tblPr>
              <a:tblGrid>
                <a:gridCol w="2082025"/>
                <a:gridCol w="3404375"/>
              </a:tblGrid>
              <a:tr h="69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accent1"/>
                          </a:solidFill>
                        </a:rPr>
                        <a:t>01</a:t>
                      </a:r>
                      <a:endParaRPr/>
                    </a:p>
                  </a:txBody>
                  <a:tcPr marT="118875" marB="118875" marR="118875" marL="118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313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rgbClr val="131313"/>
                          </a:solidFill>
                        </a:rPr>
                        <a:t>Project Background</a:t>
                      </a:r>
                      <a:endParaRPr/>
                    </a:p>
                  </a:txBody>
                  <a:tcPr marT="118875" marB="118875" marR="118875" marL="118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accent1"/>
                          </a:solidFill>
                        </a:rPr>
                        <a:t>02</a:t>
                      </a:r>
                      <a:endParaRPr/>
                    </a:p>
                  </a:txBody>
                  <a:tcPr marT="118875" marB="118875" marR="118875" marL="118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313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rgbClr val="131313"/>
                          </a:solidFill>
                        </a:rPr>
                        <a:t>User Stories  (Milestone 2.0)</a:t>
                      </a:r>
                      <a:endParaRPr/>
                    </a:p>
                  </a:txBody>
                  <a:tcPr marT="118875" marB="118875" marR="118875" marL="118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accent1"/>
                          </a:solidFill>
                        </a:rPr>
                        <a:t>03</a:t>
                      </a:r>
                      <a:endParaRPr/>
                    </a:p>
                  </a:txBody>
                  <a:tcPr marT="118875" marB="118875" marR="118875" marL="118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313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rgbClr val="131313"/>
                          </a:solidFill>
                        </a:rPr>
                        <a:t>Demo – Application  </a:t>
                      </a:r>
                      <a:endParaRPr/>
                    </a:p>
                  </a:txBody>
                  <a:tcPr marT="118875" marB="118875" marR="118875" marL="118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accent1"/>
                          </a:solidFill>
                        </a:rPr>
                        <a:t>04</a:t>
                      </a:r>
                      <a:endParaRPr/>
                    </a:p>
                  </a:txBody>
                  <a:tcPr marT="118875" marB="118875" marR="118875" marL="118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313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rgbClr val="131313"/>
                          </a:solidFill>
                        </a:rPr>
                        <a:t>Test Strategies</a:t>
                      </a:r>
                      <a:endParaRPr/>
                    </a:p>
                  </a:txBody>
                  <a:tcPr marT="118875" marB="118875" marR="118875" marL="118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accent1"/>
                          </a:solidFill>
                        </a:rPr>
                        <a:t>05</a:t>
                      </a:r>
                      <a:endParaRPr/>
                    </a:p>
                  </a:txBody>
                  <a:tcPr marT="118875" marB="118875" marR="118875" marL="118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313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rgbClr val="131313"/>
                          </a:solidFill>
                        </a:rPr>
                        <a:t>Project Plan and Methodology</a:t>
                      </a:r>
                      <a:endParaRPr/>
                    </a:p>
                  </a:txBody>
                  <a:tcPr marT="118875" marB="118875" marR="118875" marL="118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accent1"/>
                          </a:solidFill>
                        </a:rPr>
                        <a:t>06</a:t>
                      </a:r>
                      <a:endParaRPr/>
                    </a:p>
                  </a:txBody>
                  <a:tcPr marT="118875" marB="118875" marR="118875" marL="118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313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/>
                        <a:t>Lesson Learned</a:t>
                      </a:r>
                      <a:endParaRPr/>
                    </a:p>
                  </a:txBody>
                  <a:tcPr marT="118875" marB="118875" marR="118875" marL="118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13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3" id="258" name="Google Shape;258;p4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"/>
          <p:cNvSpPr txBox="1"/>
          <p:nvPr>
            <p:ph type="title"/>
          </p:nvPr>
        </p:nvSpPr>
        <p:spPr>
          <a:xfrm>
            <a:off x="487975" y="1094650"/>
            <a:ext cx="10880400" cy="43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0"/>
              <a:buFont typeface="Arial"/>
              <a:buNone/>
            </a:pPr>
            <a:r>
              <a:rPr lang="en-US" sz="8000">
                <a:solidFill>
                  <a:srgbClr val="F0EDE6"/>
                </a:solidFill>
              </a:rPr>
              <a:t>Project Background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64" name="Google Shape;264;p5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5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Background</a:t>
            </a:r>
            <a:endParaRPr/>
          </a:p>
        </p:txBody>
      </p:sp>
      <p:sp>
        <p:nvSpPr>
          <p:cNvPr id="266" name="Google Shape;266;p5"/>
          <p:cNvSpPr txBox="1"/>
          <p:nvPr>
            <p:ph idx="1" type="body"/>
          </p:nvPr>
        </p:nvSpPr>
        <p:spPr>
          <a:xfrm>
            <a:off x="420623" y="1672389"/>
            <a:ext cx="11055098" cy="46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A centralized web application for discovering healthcare services.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Assist</a:t>
            </a:r>
            <a:r>
              <a:rPr lang="en-US">
                <a:solidFill>
                  <a:schemeClr val="dk1"/>
                </a:solidFill>
              </a:rPr>
              <a:t>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chemeClr val="dk1"/>
                </a:solidFill>
              </a:rPr>
              <a:t>hospitals with publishing information about the medical services provided in their facility.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Helps patients find medical care quickly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Allows administrators to manage and update facility service listings.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Helps hospital or clinic administrators to keep service listings up to date to support informed user decisions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Allow patients to share feedback and drive hospital improvements through transparency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4" id="271" name="Google Shape;271;g3a78a024a41_0_0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-564625" y="58825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a78a024a41_0_0"/>
          <p:cNvSpPr txBox="1"/>
          <p:nvPr>
            <p:ph type="title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0"/>
              <a:buFont typeface="Arial"/>
              <a:buNone/>
            </a:pPr>
            <a:r>
              <a:rPr lang="en-US"/>
              <a:t>User Stories &amp; Acceptance Criteria 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0"/>
              <a:buFont typeface="Arial"/>
              <a:buNone/>
            </a:pPr>
            <a:r>
              <a:rPr lang="en-US"/>
              <a:t>(Milestone 2.0)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77" name="Google Shape;277;p6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-8235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6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User Story 4 </a:t>
            </a:r>
            <a:endParaRPr/>
          </a:p>
        </p:txBody>
      </p:sp>
      <p:sp>
        <p:nvSpPr>
          <p:cNvPr id="279" name="Google Shape;279;p6"/>
          <p:cNvSpPr txBox="1"/>
          <p:nvPr>
            <p:ph idx="1" type="body"/>
          </p:nvPr>
        </p:nvSpPr>
        <p:spPr>
          <a:xfrm>
            <a:off x="0" y="1260400"/>
            <a:ext cx="12192000" cy="55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ct val="100000"/>
              <a:buFont typeface="Arial"/>
              <a:buNone/>
            </a:pPr>
            <a:r>
              <a:rPr b="1" i="1" lang="en-US" sz="1800" u="none" cap="none" strike="noStrike">
                <a:solidFill>
                  <a:srgbClr val="131313"/>
                </a:solidFill>
              </a:rPr>
              <a:t>As an IT administrator or application support team member, I want the ability to create and manage user accounts and assign role-specific access to services, configurations, settings, and tools so that users have the appropriate permissions.</a:t>
            </a:r>
            <a:endParaRPr b="1" i="1" sz="1800" u="none" cap="none" strike="noStrike">
              <a:solidFill>
                <a:srgbClr val="131313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04E48"/>
                </a:solidFill>
              </a:rPr>
              <a:t>       </a:t>
            </a:r>
            <a:r>
              <a:rPr b="1" i="1" lang="en-US">
                <a:solidFill>
                  <a:srgbClr val="CC4125"/>
                </a:solidFill>
              </a:rPr>
              <a:t>Acceptance Criteria </a:t>
            </a:r>
            <a:endParaRPr b="1" i="1">
              <a:solidFill>
                <a:srgbClr val="CC4125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000000"/>
                </a:solidFill>
              </a:rPr>
              <a:t>         Administrators </a:t>
            </a:r>
            <a:endParaRPr b="1" i="1" sz="1600">
              <a:solidFill>
                <a:srgbClr val="000000"/>
              </a:solidFill>
            </a:endParaRPr>
          </a:p>
          <a:p>
            <a:pPr indent="-310832" lvl="0" marL="62865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1400">
                <a:solidFill>
                  <a:srgbClr val="000000"/>
                </a:solidFill>
              </a:rPr>
              <a:t>Provide administrators with a centralized interface to</a:t>
            </a:r>
            <a:r>
              <a:rPr lang="en-US" sz="1400">
                <a:solidFill>
                  <a:schemeClr val="dk1"/>
                </a:solidFill>
              </a:rPr>
              <a:t> create, edit, and delete user accounts.</a:t>
            </a:r>
            <a:endParaRPr sz="1400">
              <a:solidFill>
                <a:schemeClr val="dk1"/>
              </a:solidFill>
            </a:endParaRPr>
          </a:p>
          <a:p>
            <a:pPr indent="-310832" lvl="0" marL="62865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-US" sz="1400">
                <a:solidFill>
                  <a:srgbClr val="000000"/>
                </a:solidFill>
              </a:rPr>
              <a:t>Allow administrators to assign predefined roles</a:t>
            </a:r>
            <a:r>
              <a:rPr i="1" lang="en-US" sz="1400">
                <a:solidFill>
                  <a:srgbClr val="000000"/>
                </a:solidFill>
              </a:rPr>
              <a:t> - user, provider or admin</a:t>
            </a:r>
            <a:r>
              <a:rPr lang="en-US" sz="1400">
                <a:solidFill>
                  <a:srgbClr val="000000"/>
                </a:solidFill>
              </a:rPr>
              <a:t> </a:t>
            </a:r>
            <a:endParaRPr sz="1400">
              <a:solidFill>
                <a:srgbClr val="000000"/>
              </a:solidFill>
            </a:endParaRPr>
          </a:p>
          <a:p>
            <a:pPr indent="-310832" lvl="0" marL="62865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-US" sz="1400">
                <a:solidFill>
                  <a:srgbClr val="000000"/>
                </a:solidFill>
              </a:rPr>
              <a:t>Customize permissions for specific users to ensure providers and patients cannot access the administrative interface or its functions.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 sz="1508">
                <a:solidFill>
                  <a:srgbClr val="000000"/>
                </a:solidFill>
              </a:rPr>
              <a:t>          Users </a:t>
            </a:r>
            <a:endParaRPr b="1" i="1" sz="1508">
              <a:solidFill>
                <a:srgbClr val="000000"/>
              </a:solidFill>
            </a:endParaRPr>
          </a:p>
          <a:p>
            <a:pPr indent="-310832" lvl="0" marL="62865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-US" sz="1400">
                <a:solidFill>
                  <a:srgbClr val="000000"/>
                </a:solidFill>
              </a:rPr>
              <a:t>The users should be able to sign-in and create an </a:t>
            </a:r>
            <a:r>
              <a:rPr lang="en-US" sz="1400">
                <a:solidFill>
                  <a:srgbClr val="000000"/>
                </a:solidFill>
              </a:rPr>
              <a:t>account. </a:t>
            </a:r>
            <a:endParaRPr sz="1400">
              <a:solidFill>
                <a:srgbClr val="000000"/>
              </a:solidFill>
            </a:endParaRPr>
          </a:p>
          <a:p>
            <a:pPr indent="-310832" lvl="0" marL="62865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-US" sz="1400">
                <a:solidFill>
                  <a:srgbClr val="000000"/>
                </a:solidFill>
              </a:rPr>
              <a:t>Limit visibility so each user only sees and interacts with features and information relevant to their role.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</a:rPr>
              <a:t>          </a:t>
            </a:r>
            <a:r>
              <a:rPr b="1" i="1" lang="en-US" sz="1400">
                <a:solidFill>
                  <a:srgbClr val="000000"/>
                </a:solidFill>
              </a:rPr>
              <a:t>  Future Updates</a:t>
            </a:r>
            <a:endParaRPr b="1" i="1" sz="1400">
              <a:solidFill>
                <a:srgbClr val="000000"/>
              </a:solidFill>
            </a:endParaRPr>
          </a:p>
          <a:p>
            <a:pPr indent="0" lvl="0" marL="45720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</a:rPr>
              <a:t>Include audit logging and activity tracking to keep track of changes to user accounts and  permissions to bolster security and HIPAA compliance requirements.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4" id="284" name="Google Shape;284;p7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7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User Story 5 </a:t>
            </a:r>
            <a:endParaRPr/>
          </a:p>
        </p:txBody>
      </p:sp>
      <p:sp>
        <p:nvSpPr>
          <p:cNvPr id="286" name="Google Shape;286;p7"/>
          <p:cNvSpPr txBox="1"/>
          <p:nvPr>
            <p:ph idx="1" type="body"/>
          </p:nvPr>
        </p:nvSpPr>
        <p:spPr>
          <a:xfrm>
            <a:off x="0" y="1658625"/>
            <a:ext cx="12192000" cy="51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ct val="100000"/>
              <a:buFont typeface="Arial"/>
              <a:buNone/>
            </a:pPr>
            <a:r>
              <a:rPr b="1" i="1" lang="en-US" sz="1800" u="none" cap="none" strike="noStrike">
                <a:solidFill>
                  <a:srgbClr val="131313"/>
                </a:solidFill>
              </a:rPr>
              <a:t>As a hospital or clinic administrator, I want to add, update, or remove the services offered by my facility so that the information remains accurate and up to date for users.</a:t>
            </a:r>
            <a:endParaRPr b="1" i="1" sz="1800" u="none" cap="none" strike="noStrike">
              <a:solidFill>
                <a:srgbClr val="131313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988">
                <a:solidFill>
                  <a:srgbClr val="CC4125"/>
                </a:solidFill>
              </a:rPr>
              <a:t>      </a:t>
            </a:r>
            <a:r>
              <a:rPr b="1" i="1" lang="en-US" sz="1988">
                <a:solidFill>
                  <a:srgbClr val="CC4125"/>
                </a:solidFill>
              </a:rPr>
              <a:t>Acceptance Criteria </a:t>
            </a:r>
            <a:endParaRPr i="1" sz="1988">
              <a:solidFill>
                <a:srgbClr val="CC4125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ct val="113652"/>
              <a:buFont typeface="Arial"/>
              <a:buNone/>
            </a:pPr>
            <a:r>
              <a:rPr b="1" lang="en-US" sz="1583"/>
              <a:t>     </a:t>
            </a:r>
            <a:endParaRPr b="1" sz="1583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ct val="113652"/>
              <a:buFont typeface="Arial"/>
              <a:buNone/>
            </a:pPr>
            <a:r>
              <a:rPr b="1" lang="en-US" sz="1583"/>
              <a:t>       </a:t>
            </a:r>
            <a:r>
              <a:rPr b="1" i="1" lang="en-US" sz="1583"/>
              <a:t>As the </a:t>
            </a:r>
            <a:r>
              <a:rPr b="1" i="1" lang="en-US" sz="1583"/>
              <a:t>Hospital </a:t>
            </a:r>
            <a:r>
              <a:rPr b="1" i="1" lang="en-US" sz="1583"/>
              <a:t>/ Healthcare Provider </a:t>
            </a:r>
            <a:endParaRPr b="1" i="1" sz="1583"/>
          </a:p>
          <a:p>
            <a:pPr indent="-298767" lvl="0" marL="51435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92857"/>
              <a:buAutoNum type="arabicPeriod"/>
            </a:pPr>
            <a:r>
              <a:rPr lang="en-US" sz="1400">
                <a:solidFill>
                  <a:srgbClr val="000000"/>
                </a:solidFill>
              </a:rPr>
              <a:t>C</a:t>
            </a:r>
            <a:r>
              <a:rPr lang="en-US" sz="1500">
                <a:solidFill>
                  <a:srgbClr val="000000"/>
                </a:solidFill>
              </a:rPr>
              <a:t>reate a user-friendly interface for the hospital to update or edit new services, including details such as name of service, a brief description, hours of operation, and associated departments.</a:t>
            </a:r>
            <a:endParaRPr sz="1500">
              <a:solidFill>
                <a:srgbClr val="000000"/>
              </a:solidFill>
            </a:endParaRPr>
          </a:p>
          <a:p>
            <a:pPr indent="-309562" lvl="0" marL="51435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-US" sz="1500">
                <a:solidFill>
                  <a:srgbClr val="000000"/>
                </a:solidFill>
              </a:rPr>
              <a:t>Allow categorization of services to help users quickly find relevant services.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8">
                <a:solidFill>
                  <a:srgbClr val="000000"/>
                </a:solidFill>
              </a:rPr>
              <a:t>       </a:t>
            </a:r>
            <a:r>
              <a:rPr b="1" i="1" lang="en-US" sz="1608">
                <a:solidFill>
                  <a:srgbClr val="000000"/>
                </a:solidFill>
              </a:rPr>
              <a:t>As the Administrator </a:t>
            </a:r>
            <a:endParaRPr b="1" i="1" sz="1608">
              <a:solidFill>
                <a:srgbClr val="000000"/>
              </a:solidFill>
            </a:endParaRPr>
          </a:p>
          <a:p>
            <a:pPr indent="-304165" lvl="0" marL="51435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93333"/>
              <a:buAutoNum type="arabicPeriod"/>
            </a:pPr>
            <a:r>
              <a:rPr lang="en-US" sz="1500">
                <a:solidFill>
                  <a:srgbClr val="000000"/>
                </a:solidFill>
              </a:rPr>
              <a:t>Allow administrators to help with updating service information such as availability, staffing changes, or procedural updates, to ensure accuracy.</a:t>
            </a:r>
            <a:endParaRPr sz="1500">
              <a:solidFill>
                <a:srgbClr val="000000"/>
              </a:solidFill>
            </a:endParaRPr>
          </a:p>
          <a:p>
            <a:pPr indent="-304165" lvl="0" marL="51435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3333"/>
              <a:buAutoNum type="arabicPeriod"/>
            </a:pPr>
            <a:r>
              <a:rPr lang="en-US" sz="1500">
                <a:solidFill>
                  <a:srgbClr val="000000"/>
                </a:solidFill>
              </a:rPr>
              <a:t>Limit visibility and accessibility so each user only sees and interacts with features and information relevant to their role.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</a:rPr>
              <a:t>           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</a:rPr>
              <a:t>           </a:t>
            </a:r>
            <a:r>
              <a:rPr b="1" lang="en-US" sz="1400">
                <a:solidFill>
                  <a:srgbClr val="000000"/>
                </a:solidFill>
              </a:rPr>
              <a:t>   Future  Updates</a:t>
            </a:r>
            <a:endParaRPr i="1" sz="1500">
              <a:solidFill>
                <a:srgbClr val="000000"/>
              </a:solidFill>
            </a:endParaRPr>
          </a:p>
          <a:p>
            <a:pPr indent="-309562" lvl="0" marL="45720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US" sz="1500">
                <a:solidFill>
                  <a:srgbClr val="000000"/>
                </a:solidFill>
              </a:rPr>
              <a:t>Any changes made to the services should be reflected in real time across the system.</a:t>
            </a:r>
            <a:endParaRPr sz="1500">
              <a:solidFill>
                <a:srgbClr val="000000"/>
              </a:solidFill>
            </a:endParaRPr>
          </a:p>
          <a:p>
            <a:pPr indent="-304165" lvl="0" marL="4572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3333"/>
              <a:buChar char="●"/>
            </a:pPr>
            <a:r>
              <a:rPr lang="en-US" sz="1500">
                <a:solidFill>
                  <a:srgbClr val="000000"/>
                </a:solidFill>
              </a:rPr>
              <a:t>Expansion of categories of services provide</a:t>
            </a:r>
            <a:r>
              <a:rPr lang="en-US" sz="1300">
                <a:solidFill>
                  <a:srgbClr val="000000"/>
                </a:solidFill>
              </a:rPr>
              <a:t>d 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4" id="291" name="Google Shape;291;p8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8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User Story 6 </a:t>
            </a:r>
            <a:endParaRPr/>
          </a:p>
        </p:txBody>
      </p:sp>
      <p:sp>
        <p:nvSpPr>
          <p:cNvPr id="293" name="Google Shape;293;p8"/>
          <p:cNvSpPr txBox="1"/>
          <p:nvPr>
            <p:ph idx="1" type="body"/>
          </p:nvPr>
        </p:nvSpPr>
        <p:spPr>
          <a:xfrm>
            <a:off x="0" y="1492900"/>
            <a:ext cx="12192000" cy="5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131313"/>
                </a:solidFill>
              </a:rPr>
              <a:t>As a patient, I want to view and submit ratings and feedback for services I’ve received so I can share my experience with other patients and provide input to the hospital for improvement.</a:t>
            </a:r>
            <a:endParaRPr b="1" i="1" sz="1800" u="none" cap="none" strike="noStrike">
              <a:solidFill>
                <a:srgbClr val="131313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</a:rPr>
              <a:t>  </a:t>
            </a:r>
            <a:r>
              <a:rPr b="1" lang="en-US" sz="1600">
                <a:solidFill>
                  <a:srgbClr val="49766D"/>
                </a:solidFill>
              </a:rPr>
              <a:t>   </a:t>
            </a:r>
            <a:r>
              <a:rPr b="1" i="1" lang="en-US" sz="1600">
                <a:solidFill>
                  <a:srgbClr val="49766D"/>
                </a:solidFill>
              </a:rPr>
              <a:t> </a:t>
            </a:r>
            <a:r>
              <a:rPr b="1" i="1" lang="en-US" sz="1700">
                <a:solidFill>
                  <a:srgbClr val="CC4125"/>
                </a:solidFill>
              </a:rPr>
              <a:t>Acceptance Criteria </a:t>
            </a:r>
            <a:endParaRPr b="1" i="1" sz="1700">
              <a:solidFill>
                <a:srgbClr val="CC4125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49766D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-US" sz="1400">
                <a:solidFill>
                  <a:srgbClr val="000000"/>
                </a:solidFill>
              </a:rPr>
              <a:t>Provide a clear and user-friendly review submission interface for feedback submission.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>
                <a:solidFill>
                  <a:srgbClr val="000000"/>
                </a:solidFill>
              </a:rPr>
              <a:t>Enable patients to write their own review</a:t>
            </a:r>
            <a:r>
              <a:rPr lang="en-US" sz="1400">
                <a:solidFill>
                  <a:schemeClr val="dk1"/>
                </a:solidFill>
              </a:rPr>
              <a:t>s and ratings  f</a:t>
            </a:r>
            <a:r>
              <a:rPr lang="en-US" sz="1400">
                <a:solidFill>
                  <a:srgbClr val="000000"/>
                </a:solidFill>
              </a:rPr>
              <a:t>or the services they received</a:t>
            </a:r>
            <a:r>
              <a:rPr lang="en-US" sz="1400">
                <a:solidFill>
                  <a:schemeClr val="dk1"/>
                </a:solidFill>
              </a:rPr>
              <a:t> and allow them to share their experiences directly with other users.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-US" sz="1400">
                <a:solidFill>
                  <a:srgbClr val="000000"/>
                </a:solidFill>
              </a:rPr>
              <a:t>Limit visibility and accessibility so each user only sees and interacts with features and information relevant to their role.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None/>
            </a:pPr>
            <a:r>
              <a:rPr lang="en-US" sz="1400">
                <a:solidFill>
                  <a:srgbClr val="000000"/>
                </a:solidFill>
              </a:rPr>
              <a:t> </a:t>
            </a:r>
            <a:r>
              <a:rPr b="1" i="1" lang="en-US" sz="1400">
                <a:solidFill>
                  <a:srgbClr val="000000"/>
                </a:solidFill>
              </a:rPr>
              <a:t>   Future Updates</a:t>
            </a:r>
            <a:endParaRPr i="1" sz="14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None/>
            </a:pPr>
            <a:r>
              <a:t/>
            </a:r>
            <a:endParaRPr i="1" sz="1400">
              <a:solidFill>
                <a:srgbClr val="000000"/>
              </a:solidFill>
            </a:endParaRPr>
          </a:p>
          <a:p>
            <a:pPr indent="-3175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rgbClr val="000000"/>
                </a:solidFill>
              </a:rPr>
              <a:t>Relocate the “Leave Review” button from the user interface to the individual hospital’s page for better context and usability, while maintaining existing functionality.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rgbClr val="000000"/>
                </a:solidFill>
              </a:rPr>
              <a:t>Ensure patient feedback is visible to hospital administrators so they can identify areas for improvement and track patient satisfaction trends.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>
                <a:solidFill>
                  <a:srgbClr val="000000"/>
                </a:solidFill>
              </a:rPr>
              <a:t>Allow patients to view ratings and feedback submitted by others so they can make informed decisions about services.</a:t>
            </a:r>
            <a:endParaRPr sz="14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4" id="298" name="Google Shape;298;p13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3"/>
          <p:cNvSpPr txBox="1"/>
          <p:nvPr>
            <p:ph type="title"/>
          </p:nvPr>
        </p:nvSpPr>
        <p:spPr>
          <a:xfrm>
            <a:off x="2209793" y="1410561"/>
            <a:ext cx="7772400" cy="45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7919"/>
              <a:buFont typeface="Arial"/>
              <a:buNone/>
            </a:pPr>
            <a:r>
              <a:rPr lang="en-US" sz="7919"/>
              <a:t>Demo</a:t>
            </a:r>
            <a:br>
              <a:rPr lang="en-US" sz="7919"/>
            </a:br>
            <a:r>
              <a:rPr lang="en-US" sz="7919"/>
              <a:t>Application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4" id="304" name="Google Shape;304;p14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4"/>
          <p:cNvSpPr txBox="1"/>
          <p:nvPr>
            <p:ph type="title"/>
          </p:nvPr>
        </p:nvSpPr>
        <p:spPr>
          <a:xfrm>
            <a:off x="429768" y="1810511"/>
            <a:ext cx="7772401" cy="45628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0"/>
              <a:buFont typeface="Arial"/>
              <a:buNone/>
            </a:pPr>
            <a:br>
              <a:rPr lang="en-US" sz="8000">
                <a:solidFill>
                  <a:srgbClr val="F0EDE6"/>
                </a:solidFill>
              </a:rPr>
            </a:br>
            <a:r>
              <a:rPr lang="en-US" sz="8000">
                <a:solidFill>
                  <a:srgbClr val="F0EDE6"/>
                </a:solidFill>
              </a:rPr>
              <a:t>Test Strategies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4" id="310" name="Google Shape;310;p15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5"/>
          <p:cNvSpPr txBox="1"/>
          <p:nvPr>
            <p:ph type="title"/>
          </p:nvPr>
        </p:nvSpPr>
        <p:spPr>
          <a:xfrm>
            <a:off x="429767" y="411480"/>
            <a:ext cx="110460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Pytest</a:t>
            </a:r>
            <a:endParaRPr/>
          </a:p>
        </p:txBody>
      </p:sp>
      <p:sp>
        <p:nvSpPr>
          <p:cNvPr id="312" name="Google Shape;312;p15"/>
          <p:cNvSpPr txBox="1"/>
          <p:nvPr>
            <p:ph idx="1" type="body"/>
          </p:nvPr>
        </p:nvSpPr>
        <p:spPr>
          <a:xfrm>
            <a:off x="420624" y="1672400"/>
            <a:ext cx="6844500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Final test suite consists of unit (models and forms), integration (authentication and database operations), and functional tests (user workflows).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Implementing account type presented a new problem:</a:t>
            </a:r>
            <a:endParaRPr sz="1900"/>
          </a:p>
          <a:p>
            <a:pPr indent="-3492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Role-based Access Control</a:t>
            </a:r>
            <a:endParaRPr sz="1900"/>
          </a:p>
          <a:p>
            <a:pPr indent="-3492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Admin panel can be accessed only by admins</a:t>
            </a:r>
            <a:endParaRPr sz="1900"/>
          </a:p>
          <a:p>
            <a:pPr indent="-3492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Service update function can only be accessed by admins and providers</a:t>
            </a:r>
            <a:endParaRPr sz="1900"/>
          </a:p>
          <a:p>
            <a:pPr indent="-3492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Reviews can only be submitted by patients</a:t>
            </a:r>
            <a:endParaRPr sz="1900"/>
          </a:p>
          <a:p>
            <a:pPr indent="-3492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Reviews can only be managed by admins</a:t>
            </a:r>
            <a:endParaRPr sz="1900"/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We approached this problem through authentication flows.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888" y="1786750"/>
            <a:ext cx="3952875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4" id="318" name="Google Shape;318;p16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6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Test Coverage</a:t>
            </a:r>
            <a:endParaRPr/>
          </a:p>
        </p:txBody>
      </p:sp>
      <p:sp>
        <p:nvSpPr>
          <p:cNvPr id="320" name="Google Shape;320;p16"/>
          <p:cNvSpPr txBox="1"/>
          <p:nvPr>
            <p:ph idx="1" type="body"/>
          </p:nvPr>
        </p:nvSpPr>
        <p:spPr>
          <a:xfrm>
            <a:off x="420623" y="1672389"/>
            <a:ext cx="11055098" cy="46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</a:pPr>
            <a:r>
              <a:t/>
            </a:r>
            <a:endParaRPr b="0" i="0" sz="1800" u="none" cap="none" strike="noStrike">
              <a:solidFill>
                <a:srgbClr val="1313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200" y="2068517"/>
            <a:ext cx="11045952" cy="3894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4" id="326" name="Google Shape;326;p17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7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GitHub Action</a:t>
            </a:r>
            <a:endParaRPr/>
          </a:p>
        </p:txBody>
      </p:sp>
      <p:sp>
        <p:nvSpPr>
          <p:cNvPr id="328" name="Google Shape;328;p17"/>
          <p:cNvSpPr txBox="1"/>
          <p:nvPr>
            <p:ph idx="1" type="body"/>
          </p:nvPr>
        </p:nvSpPr>
        <p:spPr>
          <a:xfrm>
            <a:off x="420623" y="1672389"/>
            <a:ext cx="11055098" cy="46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Enable GitHub Actions to run pytest on push requests.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- To trigger on push events and run pytest, create a workflow file named actions.yml in .github/workflows/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u="sng">
                <a:solidFill>
                  <a:srgbClr val="B0685E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https://github.com/davidmertenjones/ist-303-team-kanto-project/blob/main/.github/workflows/actions.yml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4" id="333" name="Google Shape;333;p18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8"/>
          <p:cNvSpPr txBox="1"/>
          <p:nvPr>
            <p:ph type="title"/>
          </p:nvPr>
        </p:nvSpPr>
        <p:spPr>
          <a:xfrm>
            <a:off x="2209793" y="1222361"/>
            <a:ext cx="7772400" cy="45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0"/>
              <a:buFont typeface="Arial"/>
              <a:buNone/>
            </a:pPr>
            <a:r>
              <a:rPr lang="en-US" sz="8000">
                <a:solidFill>
                  <a:srgbClr val="F0EDE6"/>
                </a:solidFill>
              </a:rPr>
              <a:t>Project Plan &amp; Methodology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4" id="339" name="Google Shape;339;p19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9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Milestone 2.0</a:t>
            </a:r>
            <a:endParaRPr/>
          </a:p>
        </p:txBody>
      </p:sp>
      <p:grpSp>
        <p:nvGrpSpPr>
          <p:cNvPr id="341" name="Google Shape;341;p19"/>
          <p:cNvGrpSpPr/>
          <p:nvPr/>
        </p:nvGrpSpPr>
        <p:grpSpPr>
          <a:xfrm>
            <a:off x="174131" y="1366484"/>
            <a:ext cx="11843738" cy="7504687"/>
            <a:chOff x="-1" y="0"/>
            <a:chExt cx="11843737" cy="7504686"/>
          </a:xfrm>
        </p:grpSpPr>
        <p:sp>
          <p:nvSpPr>
            <p:cNvPr id="342" name="Google Shape;342;p19"/>
            <p:cNvSpPr/>
            <p:nvPr/>
          </p:nvSpPr>
          <p:spPr>
            <a:xfrm>
              <a:off x="-1" y="0"/>
              <a:ext cx="11843737" cy="7504686"/>
            </a:xfrm>
            <a:prstGeom prst="rect">
              <a:avLst/>
            </a:prstGeom>
            <a:solidFill>
              <a:schemeClr val="accent1">
                <a:alpha val="62745"/>
              </a:schemeClr>
            </a:solidFill>
            <a:ln cap="flat" cmpd="sng" w="12700">
              <a:solidFill>
                <a:srgbClr val="46312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9"/>
            <p:cNvSpPr txBox="1"/>
            <p:nvPr/>
          </p:nvSpPr>
          <p:spPr>
            <a:xfrm>
              <a:off x="79725" y="46077"/>
              <a:ext cx="11684285" cy="7412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Iteration 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4" name="Google Shape;344;p19"/>
          <p:cNvGrpSpPr/>
          <p:nvPr/>
        </p:nvGrpSpPr>
        <p:grpSpPr>
          <a:xfrm>
            <a:off x="496374" y="2026576"/>
            <a:ext cx="10916678" cy="2610002"/>
            <a:chOff x="0" y="0"/>
            <a:chExt cx="10916676" cy="2610000"/>
          </a:xfrm>
        </p:grpSpPr>
        <p:sp>
          <p:nvSpPr>
            <p:cNvPr id="345" name="Google Shape;345;p19"/>
            <p:cNvSpPr/>
            <p:nvPr/>
          </p:nvSpPr>
          <p:spPr>
            <a:xfrm>
              <a:off x="623488" y="0"/>
              <a:ext cx="1990127" cy="1990127"/>
            </a:xfrm>
            <a:prstGeom prst="ellipse">
              <a:avLst/>
            </a:prstGeom>
            <a:solidFill>
              <a:srgbClr val="E0D4D1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1047612" y="424125"/>
              <a:ext cx="1141875" cy="11418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0" y="2609999"/>
              <a:ext cx="3262501" cy="1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131313"/>
                  </a:solidFill>
                  <a:latin typeface="Arial"/>
                  <a:ea typeface="Arial"/>
                  <a:cs typeface="Arial"/>
                  <a:sym typeface="Arial"/>
                </a:rPr>
                <a:t>AS AN IT ADMIN OR SUPPORT STAFF, I WANT TO  MANAGE USER ACCOUNTS AND ASSIGN ROLE-BASED ACCESS TO ENSURE APPROPRIATE PERMISSIONS.</a:t>
              </a:r>
              <a:endParaRPr/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4456925" y="0"/>
              <a:ext cx="1990127" cy="1990127"/>
            </a:xfrm>
            <a:prstGeom prst="ellipse">
              <a:avLst/>
            </a:prstGeom>
            <a:solidFill>
              <a:srgbClr val="E0D4D1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4881050" y="424125"/>
              <a:ext cx="1141875" cy="114187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3820738" y="2609999"/>
              <a:ext cx="3262501" cy="1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131313"/>
                  </a:solidFill>
                  <a:latin typeface="Arial"/>
                  <a:ea typeface="Arial"/>
                  <a:cs typeface="Arial"/>
                  <a:sym typeface="Arial"/>
                </a:rPr>
                <a:t>AS A HOSPITAL OR CLINIC ADMINISTRATOR, I WANT TO ADD, UPDATE, OR REMOVE THE THE SERVICES OFFERED BY MY FACILITY SO THAT THE INFORMATION REMAINS ACCURATE AND UP TO DATE FOR USERS.</a:t>
              </a:r>
              <a:endParaRPr/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8290362" y="0"/>
              <a:ext cx="1990127" cy="1990127"/>
            </a:xfrm>
            <a:prstGeom prst="ellipse">
              <a:avLst/>
            </a:prstGeom>
            <a:solidFill>
              <a:srgbClr val="E0D4D1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9"/>
            <p:cNvSpPr/>
            <p:nvPr/>
          </p:nvSpPr>
          <p:spPr>
            <a:xfrm>
              <a:off x="8714488" y="424125"/>
              <a:ext cx="1141875" cy="114187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9"/>
            <p:cNvSpPr/>
            <p:nvPr/>
          </p:nvSpPr>
          <p:spPr>
            <a:xfrm>
              <a:off x="7654175" y="2609999"/>
              <a:ext cx="3262501" cy="1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131313"/>
                  </a:solidFill>
                  <a:latin typeface="Arial"/>
                  <a:ea typeface="Arial"/>
                  <a:cs typeface="Arial"/>
                  <a:sym typeface="Arial"/>
                </a:rPr>
                <a:t>AS A PATIENT, I WANT TO VIEW AND SUBMIT RATINGS AND FEEDBACK FOR SERVICES I’VE RECEIVED SO I CAN SHARE MY EXPERIENCE WITH OTHER PATIENTS AND PROVIDE INPUT TO THE HOSPITAL FOR IMPROVEMENT.</a:t>
              </a:r>
              <a:endParaRPr/>
            </a:p>
          </p:txBody>
        </p:sp>
      </p:grpSp>
      <p:pic>
        <p:nvPicPr>
          <p:cNvPr descr="Picture 2" id="354" name="Google Shape;35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37207" y="3550124"/>
            <a:ext cx="930915" cy="930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2" id="355" name="Google Shape;35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72771" y="3550124"/>
            <a:ext cx="930915" cy="930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2" id="356" name="Google Shape;35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8336" y="3550124"/>
            <a:ext cx="930915" cy="930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4" id="361" name="Google Shape;361;p20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0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Key Tasks</a:t>
            </a:r>
            <a:endParaRPr/>
          </a:p>
        </p:txBody>
      </p:sp>
      <p:sp>
        <p:nvSpPr>
          <p:cNvPr id="363" name="Google Shape;363;p20"/>
          <p:cNvSpPr txBox="1"/>
          <p:nvPr>
            <p:ph idx="1" type="body"/>
          </p:nvPr>
        </p:nvSpPr>
        <p:spPr>
          <a:xfrm>
            <a:off x="420623" y="1672389"/>
            <a:ext cx="11055098" cy="46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lang="en-US"/>
              <a:t>M</a:t>
            </a:r>
            <a:r>
              <a:rPr lang="en-US"/>
              <a:t>anage user accounts with assigned role-specific access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❑"/>
            </a:pPr>
            <a:r>
              <a:rPr lang="en-US"/>
              <a:t>Only </a:t>
            </a:r>
            <a:r>
              <a:rPr lang="en-US"/>
              <a:t>hospital</a:t>
            </a:r>
            <a:r>
              <a:rPr lang="en-US"/>
              <a:t> and clinic administrators are allowed to add, update, or remove the services offered by the facilities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❑"/>
            </a:pPr>
            <a:r>
              <a:rPr lang="en-US"/>
              <a:t>Admin can have access to all features in the application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❑"/>
            </a:pPr>
            <a:r>
              <a:rPr lang="en-US"/>
              <a:t>Without logging in, users should be able to submit ratings and feedback for services received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❑"/>
            </a:pPr>
            <a:r>
              <a:rPr lang="en-US"/>
              <a:t>Enable GitHub Action so pytest can be run on pull and push requests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Each feature includes the following tasks:</a:t>
            </a:r>
            <a:endParaRPr/>
          </a:p>
          <a:p>
            <a:pPr indent="-285750" lvl="1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UI/UX Design</a:t>
            </a:r>
            <a:endParaRPr/>
          </a:p>
          <a:p>
            <a:pPr indent="-285750" lvl="1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Define Acceptance Criteria</a:t>
            </a:r>
            <a:endParaRPr/>
          </a:p>
          <a:p>
            <a:pPr indent="-285750" lvl="1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Application Development</a:t>
            </a:r>
            <a:endParaRPr/>
          </a:p>
          <a:p>
            <a:pPr indent="-285750" lvl="1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Test Development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4" id="368" name="Google Shape;368;p22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2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Milestone 2.0 Statistics</a:t>
            </a:r>
            <a:endParaRPr/>
          </a:p>
        </p:txBody>
      </p:sp>
      <p:sp>
        <p:nvSpPr>
          <p:cNvPr id="370" name="Google Shape;370;p22"/>
          <p:cNvSpPr txBox="1"/>
          <p:nvPr>
            <p:ph idx="1" type="body"/>
          </p:nvPr>
        </p:nvSpPr>
        <p:spPr>
          <a:xfrm>
            <a:off x="420623" y="1672389"/>
            <a:ext cx="11055098" cy="46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Char char="❑"/>
            </a:pPr>
            <a:r>
              <a:rPr lang="en-US" sz="2800"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lang="en-US" sz="2800">
                <a:latin typeface="Corbel"/>
                <a:ea typeface="Corbel"/>
                <a:cs typeface="Corbel"/>
                <a:sym typeface="Corbel"/>
              </a:rPr>
              <a:t> of 3 user stories completed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2800"/>
              <a:buChar char="❑"/>
            </a:pPr>
            <a:r>
              <a:rPr lang="en-US" sz="2800">
                <a:latin typeface="Corbel"/>
                <a:ea typeface="Corbel"/>
                <a:cs typeface="Corbel"/>
                <a:sym typeface="Corbel"/>
              </a:rPr>
              <a:t> 14 of 14 total tasks completed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2800"/>
              <a:buChar char="❑"/>
            </a:pPr>
            <a:r>
              <a:rPr lang="en-US" sz="2800">
                <a:latin typeface="Corbel"/>
                <a:ea typeface="Corbel"/>
                <a:cs typeface="Corbel"/>
                <a:sym typeface="Corbel"/>
              </a:rPr>
              <a:t> 15 issues closed, 3 remains open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4" id="375" name="Google Shape;375;p23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3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752"/>
              <a:buFont typeface="Arial"/>
              <a:buNone/>
            </a:pPr>
            <a:r>
              <a:rPr lang="en-US" sz="4752"/>
              <a:t>Project Status &amp; Timeline (Week 8)</a:t>
            </a:r>
            <a:endParaRPr/>
          </a:p>
        </p:txBody>
      </p:sp>
      <p:pic>
        <p:nvPicPr>
          <p:cNvPr descr="Content Placeholder 4" id="377" name="Google Shape;37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" y="1433384"/>
            <a:ext cx="11045953" cy="5288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4" id="382" name="Google Shape;382;g3a78a024a41_0_9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a78a024a41_0_9"/>
          <p:cNvSpPr txBox="1"/>
          <p:nvPr>
            <p:ph type="title"/>
          </p:nvPr>
        </p:nvSpPr>
        <p:spPr>
          <a:xfrm>
            <a:off x="429767" y="411480"/>
            <a:ext cx="110460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752"/>
              <a:buFont typeface="Arial"/>
              <a:buNone/>
            </a:pPr>
            <a:r>
              <a:rPr lang="en-US" sz="4752"/>
              <a:t>Project Status &amp; Timeline (Week 12)</a:t>
            </a:r>
            <a:endParaRPr/>
          </a:p>
        </p:txBody>
      </p:sp>
      <p:pic>
        <p:nvPicPr>
          <p:cNvPr id="384" name="Google Shape;384;g3a78a024a41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775" y="1498375"/>
            <a:ext cx="11046001" cy="522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4" id="389" name="Google Shape;389;p24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4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Team Roles</a:t>
            </a:r>
            <a:endParaRPr/>
          </a:p>
        </p:txBody>
      </p:sp>
      <p:sp>
        <p:nvSpPr>
          <p:cNvPr id="391" name="Google Shape;391;p24"/>
          <p:cNvSpPr txBox="1"/>
          <p:nvPr>
            <p:ph idx="1" type="body"/>
          </p:nvPr>
        </p:nvSpPr>
        <p:spPr>
          <a:xfrm>
            <a:off x="420623" y="1672389"/>
            <a:ext cx="11055098" cy="46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Eva Mui – Scrum Master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Aishwarya Pandian – Product Owner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David Merten-Jones – Backend Developer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Aashish Sunar – Frontend Developer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Jennifer Long - Designer and Test Engineer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4" id="396" name="Google Shape;396;p25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5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Team Collaboration</a:t>
            </a:r>
            <a:endParaRPr/>
          </a:p>
        </p:txBody>
      </p:sp>
      <p:sp>
        <p:nvSpPr>
          <p:cNvPr id="398" name="Google Shape;398;p25"/>
          <p:cNvSpPr txBox="1"/>
          <p:nvPr>
            <p:ph idx="1" type="body"/>
          </p:nvPr>
        </p:nvSpPr>
        <p:spPr>
          <a:xfrm>
            <a:off x="420623" y="1672389"/>
            <a:ext cx="11055098" cy="46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Meetings</a:t>
            </a:r>
            <a:endParaRPr/>
          </a:p>
          <a:p>
            <a:pPr indent="-285750" lvl="0" marL="28575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Status meetings: Tuesdays &amp; Saturdays</a:t>
            </a:r>
            <a:endParaRPr/>
          </a:p>
          <a:p>
            <a:pPr indent="-285750" lvl="0" marL="28575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Working coordination meeting: Saturdays</a:t>
            </a:r>
            <a:endParaRPr/>
          </a:p>
          <a:p>
            <a:pPr indent="-285750" lvl="0" marL="28575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Ad-hoc in-person syncs before Thursday class (as needed)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</a:pPr>
            <a:r>
              <a:t/>
            </a:r>
            <a:endParaRPr b="0" i="0" sz="1800" u="none" cap="none" strike="noStrike">
              <a:solidFill>
                <a:srgbClr val="1313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Chat</a:t>
            </a:r>
            <a:endParaRPr/>
          </a:p>
          <a:p>
            <a:pPr indent="-285750" lvl="0" marL="28575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Microsoft Teams for daily collaboration</a:t>
            </a:r>
            <a:endParaRPr/>
          </a:p>
          <a:p>
            <a:pPr indent="-285750" lvl="0" marL="28575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Mobile chat group for quick coordination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</a:pPr>
            <a:r>
              <a:t/>
            </a:r>
            <a:endParaRPr b="0" i="0" sz="1800" u="none" cap="none" strike="noStrike">
              <a:solidFill>
                <a:srgbClr val="1313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Documentation &amp; File Sharing</a:t>
            </a:r>
            <a:endParaRPr/>
          </a:p>
          <a:p>
            <a:pPr indent="-285750" lvl="0" marL="28575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Shared Google Drive for project documents, plans, and deliverables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4" id="403" name="Google Shape;403;p26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6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Team Performance</a:t>
            </a:r>
            <a:endParaRPr/>
          </a:p>
        </p:txBody>
      </p:sp>
      <p:sp>
        <p:nvSpPr>
          <p:cNvPr id="405" name="Google Shape;405;p26"/>
          <p:cNvSpPr txBox="1"/>
          <p:nvPr>
            <p:ph idx="1" type="body"/>
          </p:nvPr>
        </p:nvSpPr>
        <p:spPr>
          <a:xfrm>
            <a:off x="420623" y="1672389"/>
            <a:ext cx="11055098" cy="46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Char char="❑"/>
            </a:pPr>
            <a:r>
              <a:rPr lang="en-US" sz="2800">
                <a:latin typeface="Corbel"/>
                <a:ea typeface="Corbel"/>
                <a:cs typeface="Corbel"/>
                <a:sym typeface="Corbel"/>
              </a:rPr>
              <a:t> Milestone: 2.0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2800"/>
              <a:buChar char="❑"/>
            </a:pPr>
            <a:r>
              <a:rPr lang="en-US" sz="2800">
                <a:latin typeface="Corbel"/>
                <a:ea typeface="Corbel"/>
                <a:cs typeface="Corbel"/>
                <a:sym typeface="Corbel"/>
              </a:rPr>
              <a:t> Iteration: 2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2800"/>
              <a:buChar char="❑"/>
            </a:pPr>
            <a:r>
              <a:rPr lang="en-US" sz="2800">
                <a:latin typeface="Corbel"/>
                <a:ea typeface="Corbel"/>
                <a:cs typeface="Corbel"/>
                <a:sym typeface="Corbel"/>
              </a:rPr>
              <a:t> Time: 4 weeks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2800"/>
              <a:buChar char="❑"/>
            </a:pPr>
            <a:r>
              <a:rPr lang="en-US" sz="2800">
                <a:latin typeface="Corbel"/>
                <a:ea typeface="Corbel"/>
                <a:cs typeface="Corbel"/>
                <a:sym typeface="Corbel"/>
              </a:rPr>
              <a:t> User Stories: 3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2800"/>
              <a:buChar char="❑"/>
            </a:pPr>
            <a:r>
              <a:rPr lang="en-US" sz="2800">
                <a:latin typeface="Corbel"/>
                <a:ea typeface="Corbel"/>
                <a:cs typeface="Corbel"/>
                <a:sym typeface="Corbel"/>
              </a:rPr>
              <a:t> Velocity: 84.6%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4" id="410" name="Google Shape;410;p27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7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Project Resources</a:t>
            </a:r>
            <a:endParaRPr/>
          </a:p>
        </p:txBody>
      </p:sp>
      <p:sp>
        <p:nvSpPr>
          <p:cNvPr id="412" name="Google Shape;412;p27"/>
          <p:cNvSpPr txBox="1"/>
          <p:nvPr>
            <p:ph idx="1" type="body"/>
          </p:nvPr>
        </p:nvSpPr>
        <p:spPr>
          <a:xfrm>
            <a:off x="420623" y="1672389"/>
            <a:ext cx="11055098" cy="46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Link to GitHub Repository and README: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0685E"/>
              </a:buClr>
              <a:buSzPts val="1800"/>
              <a:buNone/>
            </a:pPr>
            <a:r>
              <a:rPr lang="en-US" u="sng">
                <a:solidFill>
                  <a:srgbClr val="B0685E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https://github.com/davidmertenjones/ist-303-team-kanto-project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</a:pPr>
            <a:r>
              <a:t/>
            </a:r>
            <a:endParaRPr u="sng">
              <a:solidFill>
                <a:srgbClr val="B0685E"/>
              </a:solidFill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Link to Project Dashboard: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0685E"/>
              </a:buClr>
              <a:buSzPts val="1800"/>
              <a:buNone/>
            </a:pPr>
            <a:r>
              <a:rPr lang="en-US" u="sng">
                <a:solidFill>
                  <a:srgbClr val="B0685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https://github.com/users/davidmertenjones/projects/1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None/>
            </a:pPr>
            <a:r>
              <a:t/>
            </a:r>
            <a:endParaRPr u="sng">
              <a:solidFill>
                <a:srgbClr val="B0685E"/>
              </a:solidFill>
              <a:hlinkClick r:id="rId7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Link to issues: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0685E"/>
              </a:buClr>
              <a:buSzPts val="1800"/>
              <a:buNone/>
            </a:pPr>
            <a:r>
              <a:rPr lang="en-US" u="sng">
                <a:solidFill>
                  <a:srgbClr val="B0685E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https://github.com/davidmertenjones/ist-303-team-kanto-project/issues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4" id="417" name="Google Shape;417;p28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8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GitHub Repository</a:t>
            </a:r>
            <a:endParaRPr/>
          </a:p>
        </p:txBody>
      </p:sp>
      <p:pic>
        <p:nvPicPr>
          <p:cNvPr descr="pasted-movie.png" id="419" name="Google Shape;41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1933" y="1228771"/>
            <a:ext cx="6808354" cy="5414934"/>
          </a:xfrm>
          <a:prstGeom prst="rect">
            <a:avLst/>
          </a:prstGeom>
          <a:noFill/>
          <a:ln>
            <a:noFill/>
          </a:ln>
          <a:effectLst>
            <a:outerShdw blurRad="254000" rotWithShape="0" dir="16200000" dist="127000">
              <a:srgbClr val="000000">
                <a:alpha val="69803"/>
              </a:srgbClr>
            </a:outerShdw>
          </a:effectLst>
        </p:spPr>
      </p:pic>
      <p:pic>
        <p:nvPicPr>
          <p:cNvPr descr="pasted-movie.png" id="420" name="Google Shape;42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57118" y="3496377"/>
            <a:ext cx="4278876" cy="3199159"/>
          </a:xfrm>
          <a:prstGeom prst="rect">
            <a:avLst/>
          </a:prstGeom>
          <a:noFill/>
          <a:ln>
            <a:noFill/>
          </a:ln>
          <a:effectLst>
            <a:outerShdw blurRad="254000" rotWithShape="0" dir="16200000" dist="127000">
              <a:srgbClr val="000000">
                <a:alpha val="69803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4" id="425" name="Google Shape;425;p29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9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Project Dashboard</a:t>
            </a:r>
            <a:endParaRPr/>
          </a:p>
        </p:txBody>
      </p:sp>
      <p:pic>
        <p:nvPicPr>
          <p:cNvPr descr="pasted-movie.png" id="427" name="Google Shape;42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2474" y="1184695"/>
            <a:ext cx="9747052" cy="5545966"/>
          </a:xfrm>
          <a:prstGeom prst="rect">
            <a:avLst/>
          </a:prstGeom>
          <a:noFill/>
          <a:ln>
            <a:noFill/>
          </a:ln>
          <a:effectLst>
            <a:outerShdw blurRad="254000" rotWithShape="0" dir="16200000" dist="127000">
              <a:srgbClr val="000000">
                <a:alpha val="69803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4" id="432" name="Google Shape;432;p30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0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Project Issues</a:t>
            </a:r>
            <a:endParaRPr/>
          </a:p>
        </p:txBody>
      </p:sp>
      <p:pic>
        <p:nvPicPr>
          <p:cNvPr descr="pasted-movie.png" id="434" name="Google Shape;43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9808" y="1207632"/>
            <a:ext cx="9572384" cy="5463391"/>
          </a:xfrm>
          <a:prstGeom prst="rect">
            <a:avLst/>
          </a:prstGeom>
          <a:noFill/>
          <a:ln>
            <a:noFill/>
          </a:ln>
          <a:effectLst>
            <a:outerShdw blurRad="254000" rotWithShape="0" dir="16200000" dist="127000">
              <a:srgbClr val="000000">
                <a:alpha val="69803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4" id="439" name="Google Shape;439;p31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1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Insights</a:t>
            </a:r>
            <a:endParaRPr/>
          </a:p>
        </p:txBody>
      </p:sp>
      <p:pic>
        <p:nvPicPr>
          <p:cNvPr descr="pasted-movie.png" id="441" name="Google Shape;44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3850" y="-1"/>
            <a:ext cx="7572896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442" name="Google Shape;44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4507" y="1283724"/>
            <a:ext cx="4145235" cy="2441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6876" y="3935961"/>
            <a:ext cx="4765625" cy="2766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4500" y="1252314"/>
            <a:ext cx="4730375" cy="25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4" id="449" name="Google Shape;449;p32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2"/>
          <p:cNvSpPr txBox="1"/>
          <p:nvPr>
            <p:ph type="title"/>
          </p:nvPr>
        </p:nvSpPr>
        <p:spPr>
          <a:xfrm>
            <a:off x="2209793" y="1481136"/>
            <a:ext cx="7772400" cy="45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0"/>
              <a:buFont typeface="Arial"/>
              <a:buNone/>
            </a:pPr>
            <a:r>
              <a:rPr lang="en-US" sz="8000">
                <a:solidFill>
                  <a:srgbClr val="F0EDE6"/>
                </a:solidFill>
              </a:rPr>
              <a:t>Lesson Learned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4" id="455" name="Google Shape;455;p33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3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Successes and Failures</a:t>
            </a:r>
            <a:endParaRPr/>
          </a:p>
        </p:txBody>
      </p:sp>
      <p:graphicFrame>
        <p:nvGraphicFramePr>
          <p:cNvPr id="457" name="Google Shape;457;p33"/>
          <p:cNvGraphicFramePr/>
          <p:nvPr/>
        </p:nvGraphicFramePr>
        <p:xfrm>
          <a:off x="258007" y="14387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{A19F9507-316D-47F2-BB69-AB60B6E43D96}</a:tableStyleId>
              </a:tblPr>
              <a:tblGrid>
                <a:gridCol w="5838000"/>
                <a:gridCol w="5838000"/>
              </a:tblGrid>
              <a:tr h="88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Successes</a:t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Failures</a:t>
                      </a:r>
                      <a:endParaRPr/>
                    </a:p>
                  </a:txBody>
                  <a:tcPr marT="0" marB="0" marR="0" marL="0"/>
                </a:tc>
              </a:tr>
              <a:tr h="88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Implemented lock-out system </a:t>
                      </a:r>
                      <a:r>
                        <a:rPr lang="en-US" sz="1800"/>
                        <a:t>using</a:t>
                      </a:r>
                      <a:r>
                        <a:rPr lang="en-US" sz="1800"/>
                        <a:t> flask_security, added three roles with distinct privileges. Users cannot access certain pages unless they have the correct user role.</a:t>
                      </a:r>
                      <a:endParaRPr sz="1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Could not implement URL generation for hospital details and reviews. Leaps in progress on multiple branches made merges difficult.</a:t>
                      </a:r>
                      <a:endParaRPr sz="1800"/>
                    </a:p>
                  </a:txBody>
                  <a:tcPr marT="0" marB="0" marR="0" marL="0"/>
                </a:tc>
              </a:tr>
              <a:tr h="88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Created a page where users can submit the review</a:t>
                      </a:r>
                      <a:endParaRPr sz="18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Need to add review button close to hospital detail</a:t>
                      </a:r>
                      <a:endParaRPr sz="1800" u="none" cap="none" strike="noStrike"/>
                    </a:p>
                  </a:txBody>
                  <a:tcPr marT="0" marB="0" marR="0" marL="0"/>
                </a:tc>
              </a:tr>
              <a:tr h="88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Allows the admin to make changes to the services provided by hospital</a:t>
                      </a:r>
                      <a:endParaRPr sz="18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Allow </a:t>
                      </a:r>
                      <a:r>
                        <a:rPr lang="en-US" sz="1800"/>
                        <a:t>providers</a:t>
                      </a:r>
                      <a:r>
                        <a:rPr lang="en-US" sz="1800"/>
                        <a:t> to make changes to the services provided by the hospital. </a:t>
                      </a:r>
                      <a:endParaRPr sz="1800" u="none" cap="none" strike="noStrike"/>
                    </a:p>
                  </a:txBody>
                  <a:tcPr marT="0" marB="0" marR="0" marL="0"/>
                </a:tc>
              </a:tr>
              <a:tr h="88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94% test coverage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Robust authentication and access control tests</a:t>
                      </a:r>
                      <a:endParaRPr sz="1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Clean t</a:t>
                      </a:r>
                      <a:r>
                        <a:rPr lang="en-US" sz="1800"/>
                        <a:t>est environment challenges</a:t>
                      </a:r>
                      <a:r>
                        <a:rPr lang="en-US" sz="1800"/>
                        <a:t>; database context management and isolating tests from each other</a:t>
                      </a:r>
                      <a:endParaRPr sz="1800" u="none" cap="none" strike="noStrike"/>
                    </a:p>
                  </a:txBody>
                  <a:tcPr marT="0" marB="0" marR="0" marL="0"/>
                </a:tc>
              </a:tr>
              <a:tr h="77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Team collaboration succeeded through clear roles, consistent communication, shared deadlines, and a supportive environment.</a:t>
                      </a:r>
                      <a:endParaRPr sz="1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Scheduling conflicts and ongoing feature updates led to frequent last-minute changes and project delays.</a:t>
                      </a:r>
                      <a:endParaRPr sz="1800"/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4" id="462" name="Google Shape;462;p34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4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Software Development</a:t>
            </a:r>
            <a:endParaRPr/>
          </a:p>
        </p:txBody>
      </p:sp>
      <p:sp>
        <p:nvSpPr>
          <p:cNvPr id="464" name="Google Shape;464;p34"/>
          <p:cNvSpPr txBox="1"/>
          <p:nvPr>
            <p:ph idx="1" type="body"/>
          </p:nvPr>
        </p:nvSpPr>
        <p:spPr>
          <a:xfrm>
            <a:off x="420623" y="1672389"/>
            <a:ext cx="11055098" cy="46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/>
              <a:t>       </a:t>
            </a:r>
            <a:r>
              <a:rPr b="1" i="1" lang="en-US" sz="1800" u="none" cap="none" strike="noStrike">
                <a:solidFill>
                  <a:srgbClr val="131313"/>
                </a:solidFill>
              </a:rPr>
              <a:t>Requirements &amp; Plans Evolve</a:t>
            </a:r>
            <a:endParaRPr b="1" i="1"/>
          </a:p>
          <a:p>
            <a:pPr indent="-3429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Stakeholder needs and technical realities shift.  </a:t>
            </a:r>
            <a:endParaRPr b="0" i="0" sz="1800" u="none" cap="none" strike="noStrike">
              <a:solidFill>
                <a:srgbClr val="1313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User stories and project plans must be continuously refined.</a:t>
            </a:r>
            <a:endParaRPr/>
          </a:p>
          <a:p>
            <a:pPr indent="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131313"/>
                </a:solidFill>
              </a:rPr>
              <a:t>Break Down Big Tasks</a:t>
            </a:r>
            <a:endParaRPr b="1" i="1"/>
          </a:p>
          <a:p>
            <a:pPr indent="-3429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Smaller, testable chunks improve clarity, estimation, and momentum while reducing risk.</a:t>
            </a:r>
            <a:endParaRPr/>
          </a:p>
          <a:p>
            <a:pPr indent="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131313"/>
                </a:solidFill>
              </a:rPr>
              <a:t>Collaborate Consistently</a:t>
            </a:r>
            <a:endParaRPr b="1" i="1"/>
          </a:p>
          <a:p>
            <a:pPr indent="-3429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Regular team check-ins and shared work sessions improved visibility, caught blockers early, and kept us aligned.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4" id="469" name="Google Shape;469;p35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5"/>
          <p:cNvSpPr txBox="1"/>
          <p:nvPr>
            <p:ph type="title"/>
          </p:nvPr>
        </p:nvSpPr>
        <p:spPr>
          <a:xfrm>
            <a:off x="429768" y="1810511"/>
            <a:ext cx="7772401" cy="45628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0"/>
              <a:buFont typeface="Arial"/>
              <a:buNone/>
            </a:pPr>
            <a:r>
              <a:rPr lang="en-US" sz="8000">
                <a:solidFill>
                  <a:srgbClr val="F0EDE6"/>
                </a:solidFill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4" id="475" name="Google Shape;475;p36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6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rPr lang="en-US" sz="4968"/>
              <a:t>References</a:t>
            </a:r>
            <a:endParaRPr/>
          </a:p>
        </p:txBody>
      </p:sp>
      <p:sp>
        <p:nvSpPr>
          <p:cNvPr id="477" name="Google Shape;477;p36"/>
          <p:cNvSpPr txBox="1"/>
          <p:nvPr>
            <p:ph idx="1" type="body"/>
          </p:nvPr>
        </p:nvSpPr>
        <p:spPr>
          <a:xfrm>
            <a:off x="420623" y="1672389"/>
            <a:ext cx="11055098" cy="46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685E"/>
              </a:buClr>
              <a:buSzPts val="1800"/>
              <a:buChar char="❑"/>
            </a:pPr>
            <a:r>
              <a:rPr lang="en-US" u="sng">
                <a:solidFill>
                  <a:srgbClr val="B0685E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https://www.digitalocean.com/community/tutorials/how-and-when-to-use-sqlite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Pilone, D., and Miles, R. Head First Software Development. O’Reilly. 2008. 978-0-</a:t>
            </a:r>
            <a:b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596-52735-8. (Available at https://ccl.on.worldcat.org/oclc/213482767) 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Lubanovic, B. Introducing Python. O’Reilly. 2015. 978-1-449-35936-2. (Available at </a:t>
            </a:r>
            <a:b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https://ccl.on.worldcat.org/oclc/1127579360) 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31313"/>
              </a:buClr>
              <a:buSzPts val="1800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Okken, B. Python Testing with pytest. The Pragmatic Programmers. 2017. 978-1-</a:t>
            </a:r>
            <a:b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68050-240-4. (Available at https://ccl.on.worldcat.org/oclc/1014021663) 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9"/>
          <p:cNvSpPr txBox="1"/>
          <p:nvPr>
            <p:ph type="title"/>
          </p:nvPr>
        </p:nvSpPr>
        <p:spPr>
          <a:xfrm>
            <a:off x="429768" y="1810511"/>
            <a:ext cx="7772401" cy="45628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0"/>
              <a:buFont typeface="Arial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4" id="487" name="Google Shape;487;p40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0"/>
          <p:cNvSpPr txBox="1"/>
          <p:nvPr>
            <p:ph type="title"/>
          </p:nvPr>
        </p:nvSpPr>
        <p:spPr>
          <a:xfrm>
            <a:off x="429768" y="1810511"/>
            <a:ext cx="7772401" cy="45628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DE6"/>
              </a:buClr>
              <a:buSzPts val="8000"/>
              <a:buFont typeface="Arial"/>
              <a:buNone/>
            </a:pPr>
            <a:r>
              <a:rPr lang="en-US" sz="8000">
                <a:solidFill>
                  <a:srgbClr val="F0EDE6"/>
                </a:solidFill>
              </a:rPr>
              <a:t>Section header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4" id="493" name="Google Shape;493;p42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2"/>
          <p:cNvSpPr txBox="1"/>
          <p:nvPr>
            <p:ph type="title"/>
          </p:nvPr>
        </p:nvSpPr>
        <p:spPr>
          <a:xfrm>
            <a:off x="429767" y="411480"/>
            <a:ext cx="11045954" cy="848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4968"/>
              <a:buFont typeface="Arial"/>
              <a:buNone/>
            </a:pPr>
            <a:r>
              <a:t/>
            </a:r>
            <a:endParaRPr sz="4968"/>
          </a:p>
        </p:txBody>
      </p:sp>
      <p:sp>
        <p:nvSpPr>
          <p:cNvPr id="495" name="Google Shape;495;p42"/>
          <p:cNvSpPr txBox="1"/>
          <p:nvPr>
            <p:ph idx="1" type="body"/>
          </p:nvPr>
        </p:nvSpPr>
        <p:spPr>
          <a:xfrm>
            <a:off x="420623" y="1672389"/>
            <a:ext cx="11055098" cy="46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Arial"/>
              <a:buChar char="❑"/>
            </a:pPr>
            <a:r>
              <a:rPr b="0" i="0" lang="en-US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REPLACE TEXT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3"/>
          <p:cNvSpPr txBox="1"/>
          <p:nvPr>
            <p:ph type="title"/>
          </p:nvPr>
        </p:nvSpPr>
        <p:spPr>
          <a:xfrm>
            <a:off x="429768" y="283463"/>
            <a:ext cx="10652760" cy="9692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Timeline</a:t>
            </a:r>
            <a:endParaRPr/>
          </a:p>
        </p:txBody>
      </p:sp>
      <p:grpSp>
        <p:nvGrpSpPr>
          <p:cNvPr id="501" name="Google Shape;501;p43"/>
          <p:cNvGrpSpPr/>
          <p:nvPr/>
        </p:nvGrpSpPr>
        <p:grpSpPr>
          <a:xfrm>
            <a:off x="429768" y="1973322"/>
            <a:ext cx="10652761" cy="3665573"/>
            <a:chOff x="0" y="-1"/>
            <a:chExt cx="10652760" cy="3665571"/>
          </a:xfrm>
        </p:grpSpPr>
        <p:cxnSp>
          <p:nvCxnSpPr>
            <p:cNvPr id="502" name="Google Shape;502;p43"/>
            <p:cNvCxnSpPr/>
            <p:nvPr/>
          </p:nvCxnSpPr>
          <p:spPr>
            <a:xfrm>
              <a:off x="0" y="1858012"/>
              <a:ext cx="10652760" cy="1"/>
            </a:xfrm>
            <a:prstGeom prst="straightConnector1">
              <a:avLst/>
            </a:prstGeom>
            <a:solidFill>
              <a:srgbClr val="FFFFFF">
                <a:alpha val="89803"/>
              </a:srgbClr>
            </a:solidFill>
            <a:ln cap="flat" cmpd="sng" w="12700">
              <a:solidFill>
                <a:srgbClr val="131313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03" name="Google Shape;503;p43"/>
            <p:cNvSpPr/>
            <p:nvPr/>
          </p:nvSpPr>
          <p:spPr>
            <a:xfrm>
              <a:off x="157412" y="50455"/>
              <a:ext cx="203891" cy="203891"/>
            </a:xfrm>
            <a:prstGeom prst="ellipse">
              <a:avLst/>
            </a:prstGeom>
            <a:solidFill>
              <a:srgbClr val="EDE3DF"/>
            </a:solidFill>
            <a:ln cap="flat" cmpd="sng" w="12700">
              <a:solidFill>
                <a:srgbClr val="13131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3"/>
            <p:cNvSpPr txBox="1"/>
            <p:nvPr/>
          </p:nvSpPr>
          <p:spPr>
            <a:xfrm>
              <a:off x="514219" y="502511"/>
              <a:ext cx="2858004" cy="434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131313"/>
                  </a:solidFill>
                  <a:latin typeface="Arial"/>
                  <a:ea typeface="Arial"/>
                  <a:cs typeface="Arial"/>
                  <a:sym typeface="Arial"/>
                </a:rPr>
                <a:t>Write a description of the significance of this event</a:t>
              </a:r>
              <a:endParaRPr/>
            </a:p>
          </p:txBody>
        </p:sp>
        <p:sp>
          <p:nvSpPr>
            <p:cNvPr id="505" name="Google Shape;505;p43"/>
            <p:cNvSpPr txBox="1"/>
            <p:nvPr/>
          </p:nvSpPr>
          <p:spPr>
            <a:xfrm>
              <a:off x="514219" y="-1"/>
              <a:ext cx="2826254" cy="304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131313"/>
                  </a:solidFill>
                  <a:latin typeface="Arial"/>
                  <a:ea typeface="Arial"/>
                  <a:cs typeface="Arial"/>
                  <a:sym typeface="Arial"/>
                </a:rPr>
                <a:t>Add an event</a:t>
              </a:r>
              <a:endParaRPr/>
            </a:p>
          </p:txBody>
        </p:sp>
        <p:cxnSp>
          <p:nvCxnSpPr>
            <p:cNvPr id="506" name="Google Shape;506;p43"/>
            <p:cNvCxnSpPr/>
            <p:nvPr/>
          </p:nvCxnSpPr>
          <p:spPr>
            <a:xfrm flipH="1">
              <a:off x="259357" y="305316"/>
              <a:ext cx="1" cy="1552696"/>
            </a:xfrm>
            <a:prstGeom prst="straightConnector1">
              <a:avLst/>
            </a:prstGeom>
            <a:noFill/>
            <a:ln cap="flat" cmpd="sng" w="9525">
              <a:solidFill>
                <a:srgbClr val="13131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07" name="Google Shape;507;p43"/>
            <p:cNvSpPr/>
            <p:nvPr/>
          </p:nvSpPr>
          <p:spPr>
            <a:xfrm>
              <a:off x="212389" y="1812136"/>
              <a:ext cx="91751" cy="91751"/>
            </a:xfrm>
            <a:prstGeom prst="ellipse">
              <a:avLst/>
            </a:prstGeom>
            <a:solidFill>
              <a:srgbClr val="131313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3"/>
            <p:cNvSpPr/>
            <p:nvPr/>
          </p:nvSpPr>
          <p:spPr>
            <a:xfrm>
              <a:off x="1928821" y="3461679"/>
              <a:ext cx="203891" cy="203891"/>
            </a:xfrm>
            <a:prstGeom prst="ellipse">
              <a:avLst/>
            </a:prstGeom>
            <a:solidFill>
              <a:srgbClr val="EDE3DF"/>
            </a:solidFill>
            <a:ln cap="flat" cmpd="sng" w="12700">
              <a:solidFill>
                <a:srgbClr val="13131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3"/>
            <p:cNvSpPr txBox="1"/>
            <p:nvPr/>
          </p:nvSpPr>
          <p:spPr>
            <a:xfrm>
              <a:off x="2285626" y="3177171"/>
              <a:ext cx="2953255" cy="434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131313"/>
                  </a:solidFill>
                  <a:latin typeface="Arial"/>
                  <a:ea typeface="Arial"/>
                  <a:cs typeface="Arial"/>
                  <a:sym typeface="Arial"/>
                </a:rPr>
                <a:t>Write a description of the significance of this event</a:t>
              </a:r>
              <a:endParaRPr/>
            </a:p>
          </p:txBody>
        </p:sp>
        <p:sp>
          <p:nvSpPr>
            <p:cNvPr id="510" name="Google Shape;510;p43"/>
            <p:cNvSpPr txBox="1"/>
            <p:nvPr/>
          </p:nvSpPr>
          <p:spPr>
            <a:xfrm>
              <a:off x="2285626" y="2636836"/>
              <a:ext cx="2826255" cy="304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131313"/>
                  </a:solidFill>
                  <a:latin typeface="Arial"/>
                  <a:ea typeface="Arial"/>
                  <a:cs typeface="Arial"/>
                  <a:sym typeface="Arial"/>
                </a:rPr>
                <a:t>Add an event</a:t>
              </a:r>
              <a:endParaRPr/>
            </a:p>
          </p:txBody>
        </p:sp>
        <p:cxnSp>
          <p:nvCxnSpPr>
            <p:cNvPr id="511" name="Google Shape;511;p43"/>
            <p:cNvCxnSpPr/>
            <p:nvPr/>
          </p:nvCxnSpPr>
          <p:spPr>
            <a:xfrm flipH="1">
              <a:off x="2030764" y="1858012"/>
              <a:ext cx="1" cy="1529170"/>
            </a:xfrm>
            <a:prstGeom prst="straightConnector1">
              <a:avLst/>
            </a:prstGeom>
            <a:noFill/>
            <a:ln cap="flat" cmpd="sng" w="9525">
              <a:solidFill>
                <a:srgbClr val="13131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12" name="Google Shape;512;p43"/>
            <p:cNvSpPr/>
            <p:nvPr/>
          </p:nvSpPr>
          <p:spPr>
            <a:xfrm>
              <a:off x="1983796" y="1812136"/>
              <a:ext cx="91751" cy="91751"/>
            </a:xfrm>
            <a:prstGeom prst="ellipse">
              <a:avLst/>
            </a:prstGeom>
            <a:solidFill>
              <a:srgbClr val="131313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3"/>
            <p:cNvSpPr/>
            <p:nvPr/>
          </p:nvSpPr>
          <p:spPr>
            <a:xfrm>
              <a:off x="3700228" y="50455"/>
              <a:ext cx="203890" cy="203891"/>
            </a:xfrm>
            <a:prstGeom prst="ellipse">
              <a:avLst/>
            </a:prstGeom>
            <a:solidFill>
              <a:srgbClr val="EDE3DF"/>
            </a:solidFill>
            <a:ln cap="flat" cmpd="sng" w="12700">
              <a:solidFill>
                <a:srgbClr val="13131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3"/>
            <p:cNvSpPr txBox="1"/>
            <p:nvPr/>
          </p:nvSpPr>
          <p:spPr>
            <a:xfrm>
              <a:off x="4057034" y="502511"/>
              <a:ext cx="2858004" cy="434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131313"/>
                  </a:solidFill>
                  <a:latin typeface="Arial"/>
                  <a:ea typeface="Arial"/>
                  <a:cs typeface="Arial"/>
                  <a:sym typeface="Arial"/>
                </a:rPr>
                <a:t>Write a description of the significance of this event</a:t>
              </a:r>
              <a:endParaRPr/>
            </a:p>
          </p:txBody>
        </p:sp>
        <p:sp>
          <p:nvSpPr>
            <p:cNvPr id="515" name="Google Shape;515;p43"/>
            <p:cNvSpPr txBox="1"/>
            <p:nvPr/>
          </p:nvSpPr>
          <p:spPr>
            <a:xfrm>
              <a:off x="4057034" y="-1"/>
              <a:ext cx="2826254" cy="304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131313"/>
                  </a:solidFill>
                  <a:latin typeface="Arial"/>
                  <a:ea typeface="Arial"/>
                  <a:cs typeface="Arial"/>
                  <a:sym typeface="Arial"/>
                </a:rPr>
                <a:t>Add an event</a:t>
              </a:r>
              <a:endParaRPr/>
            </a:p>
          </p:txBody>
        </p:sp>
        <p:cxnSp>
          <p:nvCxnSpPr>
            <p:cNvPr id="516" name="Google Shape;516;p43"/>
            <p:cNvCxnSpPr/>
            <p:nvPr/>
          </p:nvCxnSpPr>
          <p:spPr>
            <a:xfrm>
              <a:off x="3802172" y="305316"/>
              <a:ext cx="1" cy="1552696"/>
            </a:xfrm>
            <a:prstGeom prst="straightConnector1">
              <a:avLst/>
            </a:prstGeom>
            <a:noFill/>
            <a:ln cap="flat" cmpd="sng" w="9525">
              <a:solidFill>
                <a:srgbClr val="13131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17" name="Google Shape;517;p43"/>
            <p:cNvSpPr/>
            <p:nvPr/>
          </p:nvSpPr>
          <p:spPr>
            <a:xfrm>
              <a:off x="3755204" y="1812136"/>
              <a:ext cx="91751" cy="91751"/>
            </a:xfrm>
            <a:prstGeom prst="ellipse">
              <a:avLst/>
            </a:prstGeom>
            <a:solidFill>
              <a:srgbClr val="131313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3"/>
            <p:cNvSpPr/>
            <p:nvPr/>
          </p:nvSpPr>
          <p:spPr>
            <a:xfrm>
              <a:off x="5471635" y="3461679"/>
              <a:ext cx="203890" cy="203891"/>
            </a:xfrm>
            <a:prstGeom prst="ellipse">
              <a:avLst/>
            </a:prstGeom>
            <a:solidFill>
              <a:srgbClr val="EDE3DF"/>
            </a:solidFill>
            <a:ln cap="flat" cmpd="sng" w="12700">
              <a:solidFill>
                <a:srgbClr val="13131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3"/>
            <p:cNvSpPr txBox="1"/>
            <p:nvPr/>
          </p:nvSpPr>
          <p:spPr>
            <a:xfrm>
              <a:off x="5828441" y="3177171"/>
              <a:ext cx="2953254" cy="434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131313"/>
                  </a:solidFill>
                  <a:latin typeface="Arial"/>
                  <a:ea typeface="Arial"/>
                  <a:cs typeface="Arial"/>
                  <a:sym typeface="Arial"/>
                </a:rPr>
                <a:t>Write a description of the significance of this event</a:t>
              </a:r>
              <a:endParaRPr/>
            </a:p>
          </p:txBody>
        </p:sp>
        <p:sp>
          <p:nvSpPr>
            <p:cNvPr id="520" name="Google Shape;520;p43"/>
            <p:cNvSpPr txBox="1"/>
            <p:nvPr/>
          </p:nvSpPr>
          <p:spPr>
            <a:xfrm>
              <a:off x="5828441" y="2636836"/>
              <a:ext cx="2826254" cy="304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131313"/>
                  </a:solidFill>
                  <a:latin typeface="Arial"/>
                  <a:ea typeface="Arial"/>
                  <a:cs typeface="Arial"/>
                  <a:sym typeface="Arial"/>
                </a:rPr>
                <a:t>Add an event</a:t>
              </a:r>
              <a:endParaRPr/>
            </a:p>
          </p:txBody>
        </p:sp>
        <p:cxnSp>
          <p:nvCxnSpPr>
            <p:cNvPr id="521" name="Google Shape;521;p43"/>
            <p:cNvCxnSpPr/>
            <p:nvPr/>
          </p:nvCxnSpPr>
          <p:spPr>
            <a:xfrm>
              <a:off x="5573579" y="1858012"/>
              <a:ext cx="1" cy="1529170"/>
            </a:xfrm>
            <a:prstGeom prst="straightConnector1">
              <a:avLst/>
            </a:prstGeom>
            <a:noFill/>
            <a:ln cap="flat" cmpd="sng" w="9525">
              <a:solidFill>
                <a:srgbClr val="13131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22" name="Google Shape;522;p43"/>
            <p:cNvSpPr/>
            <p:nvPr/>
          </p:nvSpPr>
          <p:spPr>
            <a:xfrm>
              <a:off x="5526611" y="1812136"/>
              <a:ext cx="91751" cy="91751"/>
            </a:xfrm>
            <a:prstGeom prst="ellipse">
              <a:avLst/>
            </a:prstGeom>
            <a:solidFill>
              <a:srgbClr val="131313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3"/>
            <p:cNvSpPr/>
            <p:nvPr/>
          </p:nvSpPr>
          <p:spPr>
            <a:xfrm>
              <a:off x="7243041" y="50455"/>
              <a:ext cx="203891" cy="203891"/>
            </a:xfrm>
            <a:prstGeom prst="ellipse">
              <a:avLst/>
            </a:prstGeom>
            <a:solidFill>
              <a:srgbClr val="EDE3DF"/>
            </a:solidFill>
            <a:ln cap="flat" cmpd="sng" w="12700">
              <a:solidFill>
                <a:srgbClr val="13131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3"/>
            <p:cNvSpPr txBox="1"/>
            <p:nvPr/>
          </p:nvSpPr>
          <p:spPr>
            <a:xfrm>
              <a:off x="7599847" y="502511"/>
              <a:ext cx="2858004" cy="434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131313"/>
                  </a:solidFill>
                  <a:latin typeface="Arial"/>
                  <a:ea typeface="Arial"/>
                  <a:cs typeface="Arial"/>
                  <a:sym typeface="Arial"/>
                </a:rPr>
                <a:t>Write a description of the significance of this event</a:t>
              </a:r>
              <a:endParaRPr/>
            </a:p>
          </p:txBody>
        </p:sp>
        <p:sp>
          <p:nvSpPr>
            <p:cNvPr id="525" name="Google Shape;525;p43"/>
            <p:cNvSpPr txBox="1"/>
            <p:nvPr/>
          </p:nvSpPr>
          <p:spPr>
            <a:xfrm>
              <a:off x="7599847" y="-1"/>
              <a:ext cx="2826254" cy="3048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131313"/>
                  </a:solidFill>
                  <a:latin typeface="Arial"/>
                  <a:ea typeface="Arial"/>
                  <a:cs typeface="Arial"/>
                  <a:sym typeface="Arial"/>
                </a:rPr>
                <a:t>Add an event</a:t>
              </a:r>
              <a:endParaRPr/>
            </a:p>
          </p:txBody>
        </p:sp>
        <p:cxnSp>
          <p:nvCxnSpPr>
            <p:cNvPr id="526" name="Google Shape;526;p43"/>
            <p:cNvCxnSpPr/>
            <p:nvPr/>
          </p:nvCxnSpPr>
          <p:spPr>
            <a:xfrm>
              <a:off x="7344986" y="305316"/>
              <a:ext cx="1" cy="1552696"/>
            </a:xfrm>
            <a:prstGeom prst="straightConnector1">
              <a:avLst/>
            </a:prstGeom>
            <a:noFill/>
            <a:ln cap="flat" cmpd="sng" w="9525">
              <a:solidFill>
                <a:srgbClr val="13131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27" name="Google Shape;527;p43"/>
            <p:cNvSpPr/>
            <p:nvPr/>
          </p:nvSpPr>
          <p:spPr>
            <a:xfrm>
              <a:off x="7298018" y="1812136"/>
              <a:ext cx="91751" cy="91751"/>
            </a:xfrm>
            <a:prstGeom prst="ellipse">
              <a:avLst/>
            </a:prstGeom>
            <a:solidFill>
              <a:srgbClr val="131313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313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une">
  <a:themeElements>
    <a:clrScheme name="Dune">
      <a:dk1>
        <a:srgbClr val="131313"/>
      </a:dk1>
      <a:lt1>
        <a:srgbClr val="FFFFFF"/>
      </a:lt1>
      <a:dk2>
        <a:srgbClr val="A7A7A7"/>
      </a:dk2>
      <a:lt2>
        <a:srgbClr val="535353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une">
  <a:themeElements>
    <a:clrScheme name="Dun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